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media/image12.svg" ContentType="image/svg"/>
  <Override PartName="/ppt/media/image13.png" ContentType="image/png"/>
  <Override PartName="/ppt/media/image4.png" ContentType="image/png"/>
  <Override PartName="/ppt/media/image9.png" ContentType="image/png"/>
  <Override PartName="/ppt/media/image20.png" ContentType="image/png"/>
  <Override PartName="/ppt/media/image8.png" ContentType="image/png"/>
  <Override PartName="/ppt/media/image17.png" ContentType="image/png"/>
  <Override PartName="/ppt/media/image11.png" ContentType="image/png"/>
  <Override PartName="/ppt/media/image2.png" ContentType="image/png"/>
  <Override PartName="/ppt/media/image22.png" ContentType="image/png"/>
  <Override PartName="/ppt/media/image5.png" ContentType="image/png"/>
  <Override PartName="/ppt/media/image21.png" ContentType="image/png"/>
  <Override PartName="/ppt/media/image19.png" ContentType="image/png"/>
  <Override PartName="/ppt/media/image16.svg" ContentType="image/svg"/>
  <Override PartName="/ppt/media/image18.svg" ContentType="image/svg"/>
  <Override PartName="/ppt/media/image14.svg" ContentType="image/svg"/>
  <Override PartName="/ppt/media/image3.png" ContentType="image/png"/>
  <Override PartName="/ppt/media/image6.png" ContentType="image/png"/>
  <Override PartName="/ppt/media/image15.png" ContentType="image/png"/>
  <Override PartName="/ppt/media/image10.png" ContentType="image/png"/>
  <Override PartName="/ppt/media/image1.png" ContentType="image/png"/>
  <Override PartName="/ppt/media/image7.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IN" sz="4400" spc="-1" strike="noStrike">
                <a:solidFill>
                  <a:schemeClr val="dk1"/>
                </a:solidFill>
                <a:latin typeface="Calibri Light"/>
              </a:rPr>
              <a:t>Click to move the slide</a:t>
            </a:r>
            <a:endParaRPr b="0" lang="en-IN" sz="4400" spc="-1" strike="noStrike">
              <a:solidFill>
                <a:schemeClr val="dk1"/>
              </a:solidFill>
              <a:latin typeface="Calibri Light"/>
            </a:endParaRPr>
          </a:p>
        </p:txBody>
      </p:sp>
      <p:sp>
        <p:nvSpPr>
          <p:cNvPr id="5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IN" sz="2000" spc="-1" strike="noStrike">
                <a:solidFill>
                  <a:srgbClr val="000000"/>
                </a:solidFill>
                <a:latin typeface="Arial"/>
              </a:rPr>
              <a:t>Click to edit the notes format</a:t>
            </a:r>
            <a:endParaRPr b="0" lang="en-IN" sz="2000" spc="-1" strike="noStrike">
              <a:solidFill>
                <a:srgbClr val="000000"/>
              </a:solidFill>
              <a:latin typeface="Arial"/>
            </a:endParaRPr>
          </a:p>
        </p:txBody>
      </p:sp>
      <p:sp>
        <p:nvSpPr>
          <p:cNvPr id="5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pc="-1" strike="noStrike">
                <a:solidFill>
                  <a:srgbClr val="000000"/>
                </a:solidFill>
                <a:latin typeface="Times New Roman"/>
              </a:rPr>
              <a:t>&lt;header&gt;</a:t>
            </a:r>
            <a:endParaRPr b="0" lang="en-IN" sz="1400" spc="-1" strike="noStrike">
              <a:solidFill>
                <a:srgbClr val="000000"/>
              </a:solidFill>
              <a:latin typeface="Times New Roman"/>
            </a:endParaRPr>
          </a:p>
        </p:txBody>
      </p:sp>
      <p:sp>
        <p:nvSpPr>
          <p:cNvPr id="53"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IN" sz="1400" spc="-1" strike="noStrike">
                <a:solidFill>
                  <a:srgbClr val="000000"/>
                </a:solidFill>
                <a:latin typeface="Times New Roman"/>
              </a:defRPr>
            </a:lvl1pPr>
          </a:lstStyle>
          <a:p>
            <a:pPr indent="0" algn="r">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54"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55"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pc="-1" strike="noStrike">
                <a:solidFill>
                  <a:srgbClr val="000000"/>
                </a:solidFill>
                <a:latin typeface="Times New Roman"/>
              </a:defRPr>
            </a:lvl1pPr>
          </a:lstStyle>
          <a:p>
            <a:pPr indent="0" algn="r">
              <a:buNone/>
            </a:pPr>
            <a:fld id="{62F1CA84-79D3-48A0-9436-B5393F0106DF}"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685800" y="1143000"/>
            <a:ext cx="5486040" cy="3085920"/>
          </a:xfrm>
          <a:prstGeom prst="rect">
            <a:avLst/>
          </a:prstGeom>
          <a:ln w="0">
            <a:noFill/>
          </a:ln>
        </p:spPr>
      </p:sp>
      <p:sp>
        <p:nvSpPr>
          <p:cNvPr id="17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72"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ADC688B-3D93-453D-9D07-0F48AC064081}"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sldImg"/>
          </p:nvPr>
        </p:nvSpPr>
        <p:spPr>
          <a:xfrm>
            <a:off x="685800" y="1143000"/>
            <a:ext cx="5486040" cy="3085920"/>
          </a:xfrm>
          <a:prstGeom prst="rect">
            <a:avLst/>
          </a:prstGeom>
          <a:ln w="0">
            <a:noFill/>
          </a:ln>
        </p:spPr>
      </p:sp>
      <p:sp>
        <p:nvSpPr>
          <p:cNvPr id="17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75"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90667F8-F34B-4E0B-9EFD-4B61A306C14F}"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685800" y="1143000"/>
            <a:ext cx="5486040" cy="3085920"/>
          </a:xfrm>
          <a:prstGeom prst="rect">
            <a:avLst/>
          </a:prstGeom>
          <a:ln w="0">
            <a:noFill/>
          </a:ln>
        </p:spPr>
      </p:sp>
      <p:sp>
        <p:nvSpPr>
          <p:cNvPr id="17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78"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3464CA4-EF4C-4B57-ACCC-8C93E54591B5}"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sldImg"/>
          </p:nvPr>
        </p:nvSpPr>
        <p:spPr>
          <a:xfrm>
            <a:off x="685800" y="1143000"/>
            <a:ext cx="5486040" cy="3085920"/>
          </a:xfrm>
          <a:prstGeom prst="rect">
            <a:avLst/>
          </a:prstGeom>
          <a:ln w="0">
            <a:noFill/>
          </a:ln>
        </p:spPr>
      </p:sp>
      <p:sp>
        <p:nvSpPr>
          <p:cNvPr id="18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81"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E5F2150-8DCF-4337-97D1-5468F13DC341}"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ldImg"/>
          </p:nvPr>
        </p:nvSpPr>
        <p:spPr>
          <a:xfrm>
            <a:off x="685800" y="1143000"/>
            <a:ext cx="5486040" cy="3085920"/>
          </a:xfrm>
          <a:prstGeom prst="rect">
            <a:avLst/>
          </a:prstGeom>
          <a:ln w="0">
            <a:noFill/>
          </a:ln>
        </p:spPr>
      </p:sp>
      <p:sp>
        <p:nvSpPr>
          <p:cNvPr id="18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84"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8DEFF93-E1EA-4F63-89DD-02C8F3A47A0F}"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sldImg"/>
          </p:nvPr>
        </p:nvSpPr>
        <p:spPr>
          <a:xfrm>
            <a:off x="685800" y="1143000"/>
            <a:ext cx="5486040" cy="3085920"/>
          </a:xfrm>
          <a:prstGeom prst="rect">
            <a:avLst/>
          </a:prstGeom>
          <a:ln w="0">
            <a:noFill/>
          </a:ln>
        </p:spPr>
      </p:sp>
      <p:sp>
        <p:nvSpPr>
          <p:cNvPr id="18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87"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4E707CE-9278-434D-BC09-062D434FFFB0}"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685800" y="1143000"/>
            <a:ext cx="5486040" cy="3085920"/>
          </a:xfrm>
          <a:prstGeom prst="rect">
            <a:avLst/>
          </a:prstGeom>
          <a:ln w="0">
            <a:noFill/>
          </a:ln>
        </p:spPr>
      </p:sp>
      <p:sp>
        <p:nvSpPr>
          <p:cNvPr id="18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90"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D965F677-676A-4CDC-9FAD-34DBC1A5EFE3}"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685800" y="1143000"/>
            <a:ext cx="5486040" cy="3085920"/>
          </a:xfrm>
          <a:prstGeom prst="rect">
            <a:avLst/>
          </a:prstGeom>
          <a:ln w="0">
            <a:noFill/>
          </a:ln>
        </p:spPr>
      </p:sp>
      <p:sp>
        <p:nvSpPr>
          <p:cNvPr id="1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93"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A51860F-6CC9-49D2-8E9A-C5F34F0942A9}"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6040" cy="3085920"/>
          </a:xfrm>
          <a:prstGeom prst="rect">
            <a:avLst/>
          </a:prstGeom>
          <a:ln w="0">
            <a:noFill/>
          </a:ln>
        </p:spPr>
      </p:sp>
      <p:sp>
        <p:nvSpPr>
          <p:cNvPr id="19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96"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7FA86BDE-CB38-4CF2-A125-6B58AED3927A}"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6040" cy="3085920"/>
          </a:xfrm>
          <a:prstGeom prst="rect">
            <a:avLst/>
          </a:prstGeom>
          <a:ln w="0">
            <a:noFill/>
          </a:ln>
        </p:spPr>
      </p:sp>
      <p:sp>
        <p:nvSpPr>
          <p:cNvPr id="1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199"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698A29F-6CB3-4F4A-9079-CBA1F3EAABF9}" type="slidenum">
              <a:rPr b="0" lang="en-US" sz="1200" spc="-1" strike="noStrike">
                <a:solidFill>
                  <a:srgbClr val="000000"/>
                </a:solidFill>
                <a:latin typeface="Times New Roman"/>
              </a:rPr>
              <a:t>&lt;number&gt;</a:t>
            </a:fld>
            <a:endParaRPr b="0" lang="en-IN"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 Id="rId5"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 Id="rId5"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 Id="rId5"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 Id="rId5"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 Id="rId5"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 Id="rId5"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 Id="rId5"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 Id="rId5"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 Id="rId5"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hyperlink" Target="https://gamma.app/?utm_source=made-with-gamma" TargetMode="External"/><Relationship Id="rId4" Type="http://schemas.openxmlformats.org/officeDocument/2006/relationships/image" Target="../media/image2.png"/><Relationship Id="rId5"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Image 0" descr="preencoded.png"/>
          <p:cNvPicPr/>
          <p:nvPr/>
        </p:nvPicPr>
        <p:blipFill>
          <a:blip r:embed="rId2"/>
          <a:stretch/>
        </p:blipFill>
        <p:spPr>
          <a:xfrm>
            <a:off x="0" y="0"/>
            <a:ext cx="14630040" cy="8229240"/>
          </a:xfrm>
          <a:prstGeom prst="rect">
            <a:avLst/>
          </a:prstGeom>
          <a:ln w="0">
            <a:noFill/>
          </a:ln>
        </p:spPr>
      </p:pic>
      <p:sp>
        <p:nvSpPr>
          <p:cNvPr id="1" name="Shape 0"/>
          <p:cNvSpPr/>
          <p:nvPr/>
        </p:nvSpPr>
        <p:spPr>
          <a:xfrm>
            <a:off x="0" y="0"/>
            <a:ext cx="14630040" cy="8229240"/>
          </a:xfrm>
          <a:prstGeom prst="rect">
            <a:avLst/>
          </a:prstGeom>
          <a:solidFill>
            <a:srgbClr val="252222">
              <a:alpha val="95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2" name="Image 1" descr="preencoded.png">
            <a:hlinkClick r:id="rId3"/>
          </p:cNvPr>
          <p:cNvPicPr/>
          <p:nvPr/>
        </p:nvPicPr>
        <p:blipFill>
          <a:blip r:embed="rId4"/>
          <a:stretch/>
        </p:blipFill>
        <p:spPr>
          <a:xfrm>
            <a:off x="12839040" y="7749720"/>
            <a:ext cx="1722240" cy="411120"/>
          </a:xfrm>
          <a:prstGeom prst="rect">
            <a:avLst/>
          </a:prstGeom>
          <a:ln w="0">
            <a:noFill/>
          </a:ln>
        </p:spPr>
      </p:pic>
      <p:sp>
        <p:nvSpPr>
          <p:cNvPr id="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chemeClr val="dk1"/>
                </a:solidFill>
                <a:latin typeface="Calibri Light"/>
              </a:rPr>
              <a:t>Click to edit the title text format</a:t>
            </a:r>
            <a:endParaRPr b="0" lang="en-IN" sz="4400" spc="-1" strike="noStrike">
              <a:solidFill>
                <a:schemeClr val="dk1"/>
              </a:solidFill>
              <a:latin typeface="Calibri Light"/>
            </a:endParaRPr>
          </a:p>
        </p:txBody>
      </p:sp>
      <p:sp>
        <p:nvSpPr>
          <p:cNvPr id="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chemeClr val="dk1"/>
                </a:solidFill>
                <a:latin typeface="Calibri"/>
              </a:rPr>
              <a:t>Click to edit the outline text format</a:t>
            </a:r>
            <a:endParaRPr b="0" lang="en-IN"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chemeClr val="dk1"/>
                </a:solidFill>
                <a:latin typeface="Calibri"/>
              </a:rPr>
              <a:t>Second Outline Level</a:t>
            </a:r>
            <a:endParaRPr b="0" lang="en-IN"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chemeClr val="dk1"/>
                </a:solidFill>
                <a:latin typeface="Calibri"/>
              </a:rPr>
              <a:t>Third Outline Level</a:t>
            </a:r>
            <a:endParaRPr b="0" lang="en-IN"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chemeClr val="dk1"/>
                </a:solidFill>
                <a:latin typeface="Calibri"/>
              </a:rPr>
              <a:t>Fourth Outline Level</a:t>
            </a:r>
            <a:endParaRPr b="0" lang="en-IN"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chemeClr val="dk1"/>
                </a:solidFill>
                <a:latin typeface="Calibri"/>
              </a:rPr>
              <a:t>Fifth Outline Level</a:t>
            </a:r>
            <a:endParaRPr b="0" lang="en-IN"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chemeClr val="dk1"/>
                </a:solidFill>
                <a:latin typeface="Calibri"/>
              </a:rPr>
              <a:t>Sixth Outline Level</a:t>
            </a:r>
            <a:endParaRPr b="0" lang="en-IN"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chemeClr val="dk1"/>
                </a:solidFill>
                <a:latin typeface="Calibri"/>
              </a:rPr>
              <a:t>Seventh Outline Level</a:t>
            </a:r>
            <a:endParaRPr b="0" lang="en-IN"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1" r:id="rId5"/>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 name="Image 0" descr="preencoded.png"/>
          <p:cNvPicPr/>
          <p:nvPr/>
        </p:nvPicPr>
        <p:blipFill>
          <a:blip r:embed="rId2"/>
          <a:stretch/>
        </p:blipFill>
        <p:spPr>
          <a:xfrm>
            <a:off x="0" y="0"/>
            <a:ext cx="14630040" cy="8229240"/>
          </a:xfrm>
          <a:prstGeom prst="rect">
            <a:avLst/>
          </a:prstGeom>
          <a:ln w="0">
            <a:noFill/>
          </a:ln>
        </p:spPr>
      </p:pic>
      <p:sp>
        <p:nvSpPr>
          <p:cNvPr id="6" name="Shape 0"/>
          <p:cNvSpPr/>
          <p:nvPr/>
        </p:nvSpPr>
        <p:spPr>
          <a:xfrm>
            <a:off x="0" y="0"/>
            <a:ext cx="14630040" cy="8229240"/>
          </a:xfrm>
          <a:prstGeom prst="rect">
            <a:avLst/>
          </a:prstGeom>
          <a:solidFill>
            <a:srgbClr val="252222">
              <a:alpha val="95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7" name="Image 1" descr="preencoded.png">
            <a:hlinkClick r:id="rId3"/>
          </p:cNvPr>
          <p:cNvPicPr/>
          <p:nvPr/>
        </p:nvPicPr>
        <p:blipFill>
          <a:blip r:embed="rId4"/>
          <a:stretch/>
        </p:blipFill>
        <p:spPr>
          <a:xfrm>
            <a:off x="12839040" y="7749720"/>
            <a:ext cx="1722240" cy="411120"/>
          </a:xfrm>
          <a:prstGeom prst="rect">
            <a:avLst/>
          </a:prstGeom>
          <a:ln w="0">
            <a:noFill/>
          </a:ln>
        </p:spPr>
      </p:pic>
      <p:sp>
        <p:nvSpPr>
          <p:cNvPr id="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chemeClr val="dk1"/>
                </a:solidFill>
                <a:latin typeface="Calibri Light"/>
              </a:rPr>
              <a:t>Click to edit the title text format</a:t>
            </a:r>
            <a:endParaRPr b="0" lang="en-IN" sz="4400" spc="-1" strike="noStrike">
              <a:solidFill>
                <a:schemeClr val="dk1"/>
              </a:solidFill>
              <a:latin typeface="Calibri Light"/>
            </a:endParaRPr>
          </a:p>
        </p:txBody>
      </p:sp>
      <p:sp>
        <p:nvSpPr>
          <p:cNvPr id="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chemeClr val="dk1"/>
                </a:solidFill>
                <a:latin typeface="Calibri"/>
              </a:rPr>
              <a:t>Click to edit the outline text format</a:t>
            </a:r>
            <a:endParaRPr b="0" lang="en-IN"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chemeClr val="dk1"/>
                </a:solidFill>
                <a:latin typeface="Calibri"/>
              </a:rPr>
              <a:t>Second Outline Level</a:t>
            </a:r>
            <a:endParaRPr b="0" lang="en-IN"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chemeClr val="dk1"/>
                </a:solidFill>
                <a:latin typeface="Calibri"/>
              </a:rPr>
              <a:t>Third Outline Level</a:t>
            </a:r>
            <a:endParaRPr b="0" lang="en-IN"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chemeClr val="dk1"/>
                </a:solidFill>
                <a:latin typeface="Calibri"/>
              </a:rPr>
              <a:t>Fourth Outline Level</a:t>
            </a:r>
            <a:endParaRPr b="0" lang="en-IN"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chemeClr val="dk1"/>
                </a:solidFill>
                <a:latin typeface="Calibri"/>
              </a:rPr>
              <a:t>Fifth Outline Level</a:t>
            </a:r>
            <a:endParaRPr b="0" lang="en-IN"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chemeClr val="dk1"/>
                </a:solidFill>
                <a:latin typeface="Calibri"/>
              </a:rPr>
              <a:t>Sixth Outline Level</a:t>
            </a:r>
            <a:endParaRPr b="0" lang="en-IN"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chemeClr val="dk1"/>
                </a:solidFill>
                <a:latin typeface="Calibri"/>
              </a:rPr>
              <a:t>Seventh Outline Level</a:t>
            </a:r>
            <a:endParaRPr b="0" lang="en-IN"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3" r:id="rId5"/>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 name="Image 0" descr="preencoded.png"/>
          <p:cNvPicPr/>
          <p:nvPr/>
        </p:nvPicPr>
        <p:blipFill>
          <a:blip r:embed="rId2"/>
          <a:stretch/>
        </p:blipFill>
        <p:spPr>
          <a:xfrm>
            <a:off x="0" y="0"/>
            <a:ext cx="14630040" cy="8229240"/>
          </a:xfrm>
          <a:prstGeom prst="rect">
            <a:avLst/>
          </a:prstGeom>
          <a:ln w="0">
            <a:noFill/>
          </a:ln>
        </p:spPr>
      </p:pic>
      <p:sp>
        <p:nvSpPr>
          <p:cNvPr id="11" name="Shape 0"/>
          <p:cNvSpPr/>
          <p:nvPr/>
        </p:nvSpPr>
        <p:spPr>
          <a:xfrm>
            <a:off x="0" y="0"/>
            <a:ext cx="14630040" cy="8229240"/>
          </a:xfrm>
          <a:prstGeom prst="rect">
            <a:avLst/>
          </a:prstGeom>
          <a:solidFill>
            <a:srgbClr val="252222">
              <a:alpha val="95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12" name="Image 1" descr="preencoded.png">
            <a:hlinkClick r:id="rId3"/>
          </p:cNvPr>
          <p:cNvPicPr/>
          <p:nvPr/>
        </p:nvPicPr>
        <p:blipFill>
          <a:blip r:embed="rId4"/>
          <a:stretch/>
        </p:blipFill>
        <p:spPr>
          <a:xfrm>
            <a:off x="12839040" y="7749720"/>
            <a:ext cx="1722240" cy="411120"/>
          </a:xfrm>
          <a:prstGeom prst="rect">
            <a:avLst/>
          </a:prstGeom>
          <a:ln w="0">
            <a:noFill/>
          </a:ln>
        </p:spPr>
      </p:pic>
      <p:sp>
        <p:nvSpPr>
          <p:cNvPr id="1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chemeClr val="dk1"/>
                </a:solidFill>
                <a:latin typeface="Calibri Light"/>
              </a:rPr>
              <a:t>Click to edit the title text format</a:t>
            </a:r>
            <a:endParaRPr b="0" lang="en-IN" sz="4400" spc="-1" strike="noStrike">
              <a:solidFill>
                <a:schemeClr val="dk1"/>
              </a:solidFill>
              <a:latin typeface="Calibri Light"/>
            </a:endParaRPr>
          </a:p>
        </p:txBody>
      </p:sp>
      <p:sp>
        <p:nvSpPr>
          <p:cNvPr id="1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chemeClr val="dk1"/>
                </a:solidFill>
                <a:latin typeface="Calibri"/>
              </a:rPr>
              <a:t>Click to edit the outline text format</a:t>
            </a:r>
            <a:endParaRPr b="0" lang="en-IN"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chemeClr val="dk1"/>
                </a:solidFill>
                <a:latin typeface="Calibri"/>
              </a:rPr>
              <a:t>Second Outline Level</a:t>
            </a:r>
            <a:endParaRPr b="0" lang="en-IN"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chemeClr val="dk1"/>
                </a:solidFill>
                <a:latin typeface="Calibri"/>
              </a:rPr>
              <a:t>Third Outline Level</a:t>
            </a:r>
            <a:endParaRPr b="0" lang="en-IN"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chemeClr val="dk1"/>
                </a:solidFill>
                <a:latin typeface="Calibri"/>
              </a:rPr>
              <a:t>Fourth Outline Level</a:t>
            </a:r>
            <a:endParaRPr b="0" lang="en-IN"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chemeClr val="dk1"/>
                </a:solidFill>
                <a:latin typeface="Calibri"/>
              </a:rPr>
              <a:t>Fifth Outline Level</a:t>
            </a:r>
            <a:endParaRPr b="0" lang="en-IN"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chemeClr val="dk1"/>
                </a:solidFill>
                <a:latin typeface="Calibri"/>
              </a:rPr>
              <a:t>Sixth Outline Level</a:t>
            </a:r>
            <a:endParaRPr b="0" lang="en-IN"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chemeClr val="dk1"/>
                </a:solidFill>
                <a:latin typeface="Calibri"/>
              </a:rPr>
              <a:t>Seventh Outline Level</a:t>
            </a:r>
            <a:endParaRPr b="0" lang="en-IN"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5" r:id="rId5"/>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 name="Image 0" descr="preencoded.png"/>
          <p:cNvPicPr/>
          <p:nvPr/>
        </p:nvPicPr>
        <p:blipFill>
          <a:blip r:embed="rId2"/>
          <a:stretch/>
        </p:blipFill>
        <p:spPr>
          <a:xfrm>
            <a:off x="0" y="0"/>
            <a:ext cx="14630040" cy="8229240"/>
          </a:xfrm>
          <a:prstGeom prst="rect">
            <a:avLst/>
          </a:prstGeom>
          <a:ln w="0">
            <a:noFill/>
          </a:ln>
        </p:spPr>
      </p:pic>
      <p:sp>
        <p:nvSpPr>
          <p:cNvPr id="16" name="Shape 0"/>
          <p:cNvSpPr/>
          <p:nvPr/>
        </p:nvSpPr>
        <p:spPr>
          <a:xfrm>
            <a:off x="0" y="0"/>
            <a:ext cx="14630040" cy="8229240"/>
          </a:xfrm>
          <a:prstGeom prst="rect">
            <a:avLst/>
          </a:prstGeom>
          <a:solidFill>
            <a:srgbClr val="252222">
              <a:alpha val="95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17" name="Image 1" descr="preencoded.png">
            <a:hlinkClick r:id="rId3"/>
          </p:cNvPr>
          <p:cNvPicPr/>
          <p:nvPr/>
        </p:nvPicPr>
        <p:blipFill>
          <a:blip r:embed="rId4"/>
          <a:stretch/>
        </p:blipFill>
        <p:spPr>
          <a:xfrm>
            <a:off x="12839040" y="7749720"/>
            <a:ext cx="1722240" cy="411120"/>
          </a:xfrm>
          <a:prstGeom prst="rect">
            <a:avLst/>
          </a:prstGeom>
          <a:ln w="0">
            <a:noFill/>
          </a:ln>
        </p:spPr>
      </p:pic>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chemeClr val="dk1"/>
                </a:solidFill>
                <a:latin typeface="Calibri Light"/>
              </a:rPr>
              <a:t>Click to edit the title text format</a:t>
            </a:r>
            <a:endParaRPr b="0" lang="en-IN" sz="4400" spc="-1" strike="noStrike">
              <a:solidFill>
                <a:schemeClr val="dk1"/>
              </a:solidFill>
              <a:latin typeface="Calibri Light"/>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chemeClr val="dk1"/>
                </a:solidFill>
                <a:latin typeface="Calibri"/>
              </a:rPr>
              <a:t>Click to edit the outline text format</a:t>
            </a:r>
            <a:endParaRPr b="0" lang="en-IN"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chemeClr val="dk1"/>
                </a:solidFill>
                <a:latin typeface="Calibri"/>
              </a:rPr>
              <a:t>Second Outline Level</a:t>
            </a:r>
            <a:endParaRPr b="0" lang="en-IN"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chemeClr val="dk1"/>
                </a:solidFill>
                <a:latin typeface="Calibri"/>
              </a:rPr>
              <a:t>Third Outline Level</a:t>
            </a:r>
            <a:endParaRPr b="0" lang="en-IN"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chemeClr val="dk1"/>
                </a:solidFill>
                <a:latin typeface="Calibri"/>
              </a:rPr>
              <a:t>Fourth Outline Level</a:t>
            </a:r>
            <a:endParaRPr b="0" lang="en-IN"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chemeClr val="dk1"/>
                </a:solidFill>
                <a:latin typeface="Calibri"/>
              </a:rPr>
              <a:t>Fifth Outline Level</a:t>
            </a:r>
            <a:endParaRPr b="0" lang="en-IN"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chemeClr val="dk1"/>
                </a:solidFill>
                <a:latin typeface="Calibri"/>
              </a:rPr>
              <a:t>Sixth Outline Level</a:t>
            </a:r>
            <a:endParaRPr b="0" lang="en-IN"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chemeClr val="dk1"/>
                </a:solidFill>
                <a:latin typeface="Calibri"/>
              </a:rPr>
              <a:t>Seventh Outline Level</a:t>
            </a:r>
            <a:endParaRPr b="0" lang="en-IN"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7" r:id="rId5"/>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 name="Image 0" descr="preencoded.png"/>
          <p:cNvPicPr/>
          <p:nvPr/>
        </p:nvPicPr>
        <p:blipFill>
          <a:blip r:embed="rId2"/>
          <a:stretch/>
        </p:blipFill>
        <p:spPr>
          <a:xfrm>
            <a:off x="0" y="0"/>
            <a:ext cx="14630040" cy="8229240"/>
          </a:xfrm>
          <a:prstGeom prst="rect">
            <a:avLst/>
          </a:prstGeom>
          <a:ln w="0">
            <a:noFill/>
          </a:ln>
        </p:spPr>
      </p:pic>
      <p:sp>
        <p:nvSpPr>
          <p:cNvPr id="21" name="Shape 0"/>
          <p:cNvSpPr/>
          <p:nvPr/>
        </p:nvSpPr>
        <p:spPr>
          <a:xfrm>
            <a:off x="0" y="0"/>
            <a:ext cx="14630040" cy="8229240"/>
          </a:xfrm>
          <a:prstGeom prst="rect">
            <a:avLst/>
          </a:prstGeom>
          <a:solidFill>
            <a:srgbClr val="252222">
              <a:alpha val="95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22" name="Image 1" descr="preencoded.png">
            <a:hlinkClick r:id="rId3"/>
          </p:cNvPr>
          <p:cNvPicPr/>
          <p:nvPr/>
        </p:nvPicPr>
        <p:blipFill>
          <a:blip r:embed="rId4"/>
          <a:stretch/>
        </p:blipFill>
        <p:spPr>
          <a:xfrm>
            <a:off x="12839040" y="7749720"/>
            <a:ext cx="1722240" cy="411120"/>
          </a:xfrm>
          <a:prstGeom prst="rect">
            <a:avLst/>
          </a:prstGeom>
          <a:ln w="0">
            <a:noFill/>
          </a:ln>
        </p:spPr>
      </p:pic>
      <p:sp>
        <p:nvSpPr>
          <p:cNvPr id="2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chemeClr val="dk1"/>
                </a:solidFill>
                <a:latin typeface="Calibri Light"/>
              </a:rPr>
              <a:t>Click to </a:t>
            </a:r>
            <a:r>
              <a:rPr b="0" lang="en-IN" sz="4400" spc="-1" strike="noStrike">
                <a:solidFill>
                  <a:schemeClr val="dk1"/>
                </a:solidFill>
                <a:latin typeface="Calibri Light"/>
              </a:rPr>
              <a:t>edit the </a:t>
            </a:r>
            <a:r>
              <a:rPr b="0" lang="en-IN" sz="4400" spc="-1" strike="noStrike">
                <a:solidFill>
                  <a:schemeClr val="dk1"/>
                </a:solidFill>
                <a:latin typeface="Calibri Light"/>
              </a:rPr>
              <a:t>title text </a:t>
            </a:r>
            <a:r>
              <a:rPr b="0" lang="en-IN" sz="4400" spc="-1" strike="noStrike">
                <a:solidFill>
                  <a:schemeClr val="dk1"/>
                </a:solidFill>
                <a:latin typeface="Calibri Light"/>
              </a:rPr>
              <a:t>format</a:t>
            </a:r>
            <a:endParaRPr b="0" lang="en-IN" sz="4400" spc="-1" strike="noStrike">
              <a:solidFill>
                <a:schemeClr val="dk1"/>
              </a:solidFill>
              <a:latin typeface="Calibri Light"/>
            </a:endParaRPr>
          </a:p>
        </p:txBody>
      </p:sp>
      <p:sp>
        <p:nvSpPr>
          <p:cNvPr id="2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chemeClr val="dk1"/>
                </a:solidFill>
                <a:latin typeface="Calibri"/>
              </a:rPr>
              <a:t>Click to edit the outline text format</a:t>
            </a:r>
            <a:endParaRPr b="0" lang="en-IN"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chemeClr val="dk1"/>
                </a:solidFill>
                <a:latin typeface="Calibri"/>
              </a:rPr>
              <a:t>Second Outline Level</a:t>
            </a:r>
            <a:endParaRPr b="0" lang="en-IN"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chemeClr val="dk1"/>
                </a:solidFill>
                <a:latin typeface="Calibri"/>
              </a:rPr>
              <a:t>Third Outline Level</a:t>
            </a:r>
            <a:endParaRPr b="0" lang="en-IN"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chemeClr val="dk1"/>
                </a:solidFill>
                <a:latin typeface="Calibri"/>
              </a:rPr>
              <a:t>Fourth Outline Level</a:t>
            </a:r>
            <a:endParaRPr b="0" lang="en-IN"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chemeClr val="dk1"/>
                </a:solidFill>
                <a:latin typeface="Calibri"/>
              </a:rPr>
              <a:t>Fifth Outline Level</a:t>
            </a:r>
            <a:endParaRPr b="0" lang="en-IN"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chemeClr val="dk1"/>
                </a:solidFill>
                <a:latin typeface="Calibri"/>
              </a:rPr>
              <a:t>Sixth Outline Level</a:t>
            </a:r>
            <a:endParaRPr b="0" lang="en-IN"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chemeClr val="dk1"/>
                </a:solidFill>
                <a:latin typeface="Calibri"/>
              </a:rPr>
              <a:t>Seventh Outline Level</a:t>
            </a:r>
            <a:endParaRPr b="0" lang="en-IN"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9" r:id="rId5"/>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 name="Image 0" descr="preencoded.png"/>
          <p:cNvPicPr/>
          <p:nvPr/>
        </p:nvPicPr>
        <p:blipFill>
          <a:blip r:embed="rId2"/>
          <a:stretch/>
        </p:blipFill>
        <p:spPr>
          <a:xfrm>
            <a:off x="0" y="0"/>
            <a:ext cx="14630040" cy="8229240"/>
          </a:xfrm>
          <a:prstGeom prst="rect">
            <a:avLst/>
          </a:prstGeom>
          <a:ln w="0">
            <a:noFill/>
          </a:ln>
        </p:spPr>
      </p:pic>
      <p:sp>
        <p:nvSpPr>
          <p:cNvPr id="26" name="Shape 0"/>
          <p:cNvSpPr/>
          <p:nvPr/>
        </p:nvSpPr>
        <p:spPr>
          <a:xfrm>
            <a:off x="0" y="0"/>
            <a:ext cx="14630040" cy="8229240"/>
          </a:xfrm>
          <a:prstGeom prst="rect">
            <a:avLst/>
          </a:prstGeom>
          <a:solidFill>
            <a:srgbClr val="252222">
              <a:alpha val="95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27" name="Image 1" descr="preencoded.png">
            <a:hlinkClick r:id="rId3"/>
          </p:cNvPr>
          <p:cNvPicPr/>
          <p:nvPr/>
        </p:nvPicPr>
        <p:blipFill>
          <a:blip r:embed="rId4"/>
          <a:stretch/>
        </p:blipFill>
        <p:spPr>
          <a:xfrm>
            <a:off x="12839040" y="7749720"/>
            <a:ext cx="1722240" cy="411120"/>
          </a:xfrm>
          <a:prstGeom prst="rect">
            <a:avLst/>
          </a:prstGeom>
          <a:ln w="0">
            <a:noFill/>
          </a:ln>
        </p:spPr>
      </p:pic>
      <p:sp>
        <p:nvSpPr>
          <p:cNvPr id="2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chemeClr val="dk1"/>
                </a:solidFill>
                <a:latin typeface="Calibri Light"/>
              </a:rPr>
              <a:t>Click to edit the title text format</a:t>
            </a:r>
            <a:endParaRPr b="0" lang="en-IN" sz="4400" spc="-1" strike="noStrike">
              <a:solidFill>
                <a:schemeClr val="dk1"/>
              </a:solidFill>
              <a:latin typeface="Calibri Light"/>
            </a:endParaRPr>
          </a:p>
        </p:txBody>
      </p:sp>
      <p:sp>
        <p:nvSpPr>
          <p:cNvPr id="2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chemeClr val="dk1"/>
                </a:solidFill>
                <a:latin typeface="Calibri"/>
              </a:rPr>
              <a:t>Click to edit the outline text format</a:t>
            </a:r>
            <a:endParaRPr b="0" lang="en-IN"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chemeClr val="dk1"/>
                </a:solidFill>
                <a:latin typeface="Calibri"/>
              </a:rPr>
              <a:t>Second Outline Level</a:t>
            </a:r>
            <a:endParaRPr b="0" lang="en-IN"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chemeClr val="dk1"/>
                </a:solidFill>
                <a:latin typeface="Calibri"/>
              </a:rPr>
              <a:t>Third Outline Level</a:t>
            </a:r>
            <a:endParaRPr b="0" lang="en-IN"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chemeClr val="dk1"/>
                </a:solidFill>
                <a:latin typeface="Calibri"/>
              </a:rPr>
              <a:t>Fourth Outline Level</a:t>
            </a:r>
            <a:endParaRPr b="0" lang="en-IN"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chemeClr val="dk1"/>
                </a:solidFill>
                <a:latin typeface="Calibri"/>
              </a:rPr>
              <a:t>Fifth Outline Level</a:t>
            </a:r>
            <a:endParaRPr b="0" lang="en-IN"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chemeClr val="dk1"/>
                </a:solidFill>
                <a:latin typeface="Calibri"/>
              </a:rPr>
              <a:t>Sixth Outline Level</a:t>
            </a:r>
            <a:endParaRPr b="0" lang="en-IN"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chemeClr val="dk1"/>
                </a:solidFill>
                <a:latin typeface="Calibri"/>
              </a:rPr>
              <a:t>Seventh Outline Level</a:t>
            </a:r>
            <a:endParaRPr b="0" lang="en-IN"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1" r:id="rId5"/>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 name="Image 0" descr="preencoded.png"/>
          <p:cNvPicPr/>
          <p:nvPr/>
        </p:nvPicPr>
        <p:blipFill>
          <a:blip r:embed="rId2"/>
          <a:stretch/>
        </p:blipFill>
        <p:spPr>
          <a:xfrm>
            <a:off x="0" y="0"/>
            <a:ext cx="14630040" cy="8229240"/>
          </a:xfrm>
          <a:prstGeom prst="rect">
            <a:avLst/>
          </a:prstGeom>
          <a:ln w="0">
            <a:noFill/>
          </a:ln>
        </p:spPr>
      </p:pic>
      <p:sp>
        <p:nvSpPr>
          <p:cNvPr id="31" name="Shape 0"/>
          <p:cNvSpPr/>
          <p:nvPr/>
        </p:nvSpPr>
        <p:spPr>
          <a:xfrm>
            <a:off x="0" y="0"/>
            <a:ext cx="14630040" cy="8229240"/>
          </a:xfrm>
          <a:prstGeom prst="rect">
            <a:avLst/>
          </a:prstGeom>
          <a:solidFill>
            <a:srgbClr val="252222">
              <a:alpha val="95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32" name="Image 1" descr="preencoded.png">
            <a:hlinkClick r:id="rId3"/>
          </p:cNvPr>
          <p:cNvPicPr/>
          <p:nvPr/>
        </p:nvPicPr>
        <p:blipFill>
          <a:blip r:embed="rId4"/>
          <a:stretch/>
        </p:blipFill>
        <p:spPr>
          <a:xfrm>
            <a:off x="12839040" y="7749720"/>
            <a:ext cx="1722240" cy="411120"/>
          </a:xfrm>
          <a:prstGeom prst="rect">
            <a:avLst/>
          </a:prstGeom>
          <a:ln w="0">
            <a:noFill/>
          </a:ln>
        </p:spPr>
      </p:pic>
      <p:sp>
        <p:nvSpPr>
          <p:cNvPr id="3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chemeClr val="dk1"/>
                </a:solidFill>
                <a:latin typeface="Calibri Light"/>
              </a:rPr>
              <a:t>Click to edit the title text format</a:t>
            </a:r>
            <a:endParaRPr b="0" lang="en-IN" sz="4400" spc="-1" strike="noStrike">
              <a:solidFill>
                <a:schemeClr val="dk1"/>
              </a:solidFill>
              <a:latin typeface="Calibri Light"/>
            </a:endParaRPr>
          </a:p>
        </p:txBody>
      </p:sp>
      <p:sp>
        <p:nvSpPr>
          <p:cNvPr id="3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chemeClr val="dk1"/>
                </a:solidFill>
                <a:latin typeface="Calibri"/>
              </a:rPr>
              <a:t>Click to edit the outline text format</a:t>
            </a:r>
            <a:endParaRPr b="0" lang="en-IN"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chemeClr val="dk1"/>
                </a:solidFill>
                <a:latin typeface="Calibri"/>
              </a:rPr>
              <a:t>Second Outline Level</a:t>
            </a:r>
            <a:endParaRPr b="0" lang="en-IN"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chemeClr val="dk1"/>
                </a:solidFill>
                <a:latin typeface="Calibri"/>
              </a:rPr>
              <a:t>Third Outline Level</a:t>
            </a:r>
            <a:endParaRPr b="0" lang="en-IN"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chemeClr val="dk1"/>
                </a:solidFill>
                <a:latin typeface="Calibri"/>
              </a:rPr>
              <a:t>Fourth Outline Level</a:t>
            </a:r>
            <a:endParaRPr b="0" lang="en-IN"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chemeClr val="dk1"/>
                </a:solidFill>
                <a:latin typeface="Calibri"/>
              </a:rPr>
              <a:t>Fifth Outline Level</a:t>
            </a:r>
            <a:endParaRPr b="0" lang="en-IN"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chemeClr val="dk1"/>
                </a:solidFill>
                <a:latin typeface="Calibri"/>
              </a:rPr>
              <a:t>Sixth Outline Level</a:t>
            </a:r>
            <a:endParaRPr b="0" lang="en-IN"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chemeClr val="dk1"/>
                </a:solidFill>
                <a:latin typeface="Calibri"/>
              </a:rPr>
              <a:t>Seventh Outline Level</a:t>
            </a:r>
            <a:endParaRPr b="0" lang="en-IN"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3" r:id="rId5"/>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 name="Image 0" descr="preencoded.png"/>
          <p:cNvPicPr/>
          <p:nvPr/>
        </p:nvPicPr>
        <p:blipFill>
          <a:blip r:embed="rId2"/>
          <a:stretch/>
        </p:blipFill>
        <p:spPr>
          <a:xfrm>
            <a:off x="0" y="0"/>
            <a:ext cx="14630040" cy="8229240"/>
          </a:xfrm>
          <a:prstGeom prst="rect">
            <a:avLst/>
          </a:prstGeom>
          <a:ln w="0">
            <a:noFill/>
          </a:ln>
        </p:spPr>
      </p:pic>
      <p:sp>
        <p:nvSpPr>
          <p:cNvPr id="36" name="Shape 0"/>
          <p:cNvSpPr/>
          <p:nvPr/>
        </p:nvSpPr>
        <p:spPr>
          <a:xfrm>
            <a:off x="0" y="0"/>
            <a:ext cx="14630040" cy="8229240"/>
          </a:xfrm>
          <a:prstGeom prst="rect">
            <a:avLst/>
          </a:prstGeom>
          <a:solidFill>
            <a:srgbClr val="252222">
              <a:alpha val="95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37" name="Image 1" descr="preencoded.png">
            <a:hlinkClick r:id="rId3"/>
          </p:cNvPr>
          <p:cNvPicPr/>
          <p:nvPr/>
        </p:nvPicPr>
        <p:blipFill>
          <a:blip r:embed="rId4"/>
          <a:stretch/>
        </p:blipFill>
        <p:spPr>
          <a:xfrm>
            <a:off x="12839040" y="7749720"/>
            <a:ext cx="1722240" cy="411120"/>
          </a:xfrm>
          <a:prstGeom prst="rect">
            <a:avLst/>
          </a:prstGeom>
          <a:ln w="0">
            <a:noFill/>
          </a:ln>
        </p:spPr>
      </p:pic>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chemeClr val="dk1"/>
                </a:solidFill>
                <a:latin typeface="Calibri Light"/>
              </a:rPr>
              <a:t>Click to edit the title text format</a:t>
            </a:r>
            <a:endParaRPr b="0" lang="en-IN" sz="4400" spc="-1" strike="noStrike">
              <a:solidFill>
                <a:schemeClr val="dk1"/>
              </a:solidFill>
              <a:latin typeface="Calibri Light"/>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chemeClr val="dk1"/>
                </a:solidFill>
                <a:latin typeface="Calibri"/>
              </a:rPr>
              <a:t>Click to edit the outline text format</a:t>
            </a:r>
            <a:endParaRPr b="0" lang="en-IN"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chemeClr val="dk1"/>
                </a:solidFill>
                <a:latin typeface="Calibri"/>
              </a:rPr>
              <a:t>Second Outline Level</a:t>
            </a:r>
            <a:endParaRPr b="0" lang="en-IN"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chemeClr val="dk1"/>
                </a:solidFill>
                <a:latin typeface="Calibri"/>
              </a:rPr>
              <a:t>Third Outline Level</a:t>
            </a:r>
            <a:endParaRPr b="0" lang="en-IN"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chemeClr val="dk1"/>
                </a:solidFill>
                <a:latin typeface="Calibri"/>
              </a:rPr>
              <a:t>Fourth Outline Level</a:t>
            </a:r>
            <a:endParaRPr b="0" lang="en-IN"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chemeClr val="dk1"/>
                </a:solidFill>
                <a:latin typeface="Calibri"/>
              </a:rPr>
              <a:t>Fifth Outline Level</a:t>
            </a:r>
            <a:endParaRPr b="0" lang="en-IN"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chemeClr val="dk1"/>
                </a:solidFill>
                <a:latin typeface="Calibri"/>
              </a:rPr>
              <a:t>Sixth Outline Level</a:t>
            </a:r>
            <a:endParaRPr b="0" lang="en-IN"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chemeClr val="dk1"/>
                </a:solidFill>
                <a:latin typeface="Calibri"/>
              </a:rPr>
              <a:t>Seventh Outline Level</a:t>
            </a:r>
            <a:endParaRPr b="0" lang="en-IN"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5"/>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 name="Image 0" descr="preencoded.png"/>
          <p:cNvPicPr/>
          <p:nvPr/>
        </p:nvPicPr>
        <p:blipFill>
          <a:blip r:embed="rId2"/>
          <a:stretch/>
        </p:blipFill>
        <p:spPr>
          <a:xfrm>
            <a:off x="0" y="0"/>
            <a:ext cx="14630040" cy="8229240"/>
          </a:xfrm>
          <a:prstGeom prst="rect">
            <a:avLst/>
          </a:prstGeom>
          <a:ln w="0">
            <a:noFill/>
          </a:ln>
        </p:spPr>
      </p:pic>
      <p:sp>
        <p:nvSpPr>
          <p:cNvPr id="41" name="Shape 0"/>
          <p:cNvSpPr/>
          <p:nvPr/>
        </p:nvSpPr>
        <p:spPr>
          <a:xfrm>
            <a:off x="0" y="0"/>
            <a:ext cx="14630040" cy="8229240"/>
          </a:xfrm>
          <a:prstGeom prst="rect">
            <a:avLst/>
          </a:prstGeom>
          <a:solidFill>
            <a:srgbClr val="252222">
              <a:alpha val="95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42" name="Image 1" descr="preencoded.png">
            <a:hlinkClick r:id="rId3"/>
          </p:cNvPr>
          <p:cNvPicPr/>
          <p:nvPr/>
        </p:nvPicPr>
        <p:blipFill>
          <a:blip r:embed="rId4"/>
          <a:stretch/>
        </p:blipFill>
        <p:spPr>
          <a:xfrm>
            <a:off x="12839040" y="7749720"/>
            <a:ext cx="1722240" cy="411120"/>
          </a:xfrm>
          <a:prstGeom prst="rect">
            <a:avLst/>
          </a:prstGeom>
          <a:ln w="0">
            <a:noFill/>
          </a:ln>
        </p:spPr>
      </p:pic>
      <p:sp>
        <p:nvSpPr>
          <p:cNvPr id="43"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chemeClr val="dk1"/>
                </a:solidFill>
                <a:latin typeface="Calibri Light"/>
              </a:rPr>
              <a:t>Click to edit the title text format</a:t>
            </a:r>
            <a:endParaRPr b="0" lang="en-IN" sz="4400" spc="-1" strike="noStrike">
              <a:solidFill>
                <a:schemeClr val="dk1"/>
              </a:solidFill>
              <a:latin typeface="Calibri Light"/>
            </a:endParaRPr>
          </a:p>
        </p:txBody>
      </p:sp>
      <p:sp>
        <p:nvSpPr>
          <p:cNvPr id="44"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chemeClr val="dk1"/>
                </a:solidFill>
                <a:latin typeface="Calibri"/>
              </a:rPr>
              <a:t>Click to edit the outline text format</a:t>
            </a:r>
            <a:endParaRPr b="0" lang="en-IN"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chemeClr val="dk1"/>
                </a:solidFill>
                <a:latin typeface="Calibri"/>
              </a:rPr>
              <a:t>Second Outline Level</a:t>
            </a:r>
            <a:endParaRPr b="0" lang="en-IN"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chemeClr val="dk1"/>
                </a:solidFill>
                <a:latin typeface="Calibri"/>
              </a:rPr>
              <a:t>Third Outline Level</a:t>
            </a:r>
            <a:endParaRPr b="0" lang="en-IN"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chemeClr val="dk1"/>
                </a:solidFill>
                <a:latin typeface="Calibri"/>
              </a:rPr>
              <a:t>Fourth Outline Level</a:t>
            </a:r>
            <a:endParaRPr b="0" lang="en-IN"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chemeClr val="dk1"/>
                </a:solidFill>
                <a:latin typeface="Calibri"/>
              </a:rPr>
              <a:t>Fifth Outline Level</a:t>
            </a:r>
            <a:endParaRPr b="0" lang="en-IN"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chemeClr val="dk1"/>
                </a:solidFill>
                <a:latin typeface="Calibri"/>
              </a:rPr>
              <a:t>Sixth Outline Level</a:t>
            </a:r>
            <a:endParaRPr b="0" lang="en-IN"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chemeClr val="dk1"/>
                </a:solidFill>
                <a:latin typeface="Calibri"/>
              </a:rPr>
              <a:t>Seventh Outline Level</a:t>
            </a:r>
            <a:endParaRPr b="0" lang="en-IN"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7" r:id="rId5"/>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 name="Image 0" descr="preencoded.png"/>
          <p:cNvPicPr/>
          <p:nvPr/>
        </p:nvPicPr>
        <p:blipFill>
          <a:blip r:embed="rId2"/>
          <a:stretch/>
        </p:blipFill>
        <p:spPr>
          <a:xfrm>
            <a:off x="0" y="0"/>
            <a:ext cx="14630040" cy="8229240"/>
          </a:xfrm>
          <a:prstGeom prst="rect">
            <a:avLst/>
          </a:prstGeom>
          <a:ln w="0">
            <a:noFill/>
          </a:ln>
        </p:spPr>
      </p:pic>
      <p:sp>
        <p:nvSpPr>
          <p:cNvPr id="46" name="Shape 0"/>
          <p:cNvSpPr/>
          <p:nvPr/>
        </p:nvSpPr>
        <p:spPr>
          <a:xfrm>
            <a:off x="0" y="0"/>
            <a:ext cx="14630040" cy="8229240"/>
          </a:xfrm>
          <a:prstGeom prst="rect">
            <a:avLst/>
          </a:prstGeom>
          <a:solidFill>
            <a:srgbClr val="252222">
              <a:alpha val="95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47" name="Image 1" descr="preencoded.png">
            <a:hlinkClick r:id="rId3"/>
          </p:cNvPr>
          <p:cNvPicPr/>
          <p:nvPr/>
        </p:nvPicPr>
        <p:blipFill>
          <a:blip r:embed="rId4"/>
          <a:stretch/>
        </p:blipFill>
        <p:spPr>
          <a:xfrm>
            <a:off x="12839040" y="7749720"/>
            <a:ext cx="1722240" cy="411120"/>
          </a:xfrm>
          <a:prstGeom prst="rect">
            <a:avLst/>
          </a:prstGeom>
          <a:ln w="0">
            <a:noFill/>
          </a:ln>
        </p:spPr>
      </p:pic>
      <p:sp>
        <p:nvSpPr>
          <p:cNvPr id="4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IN" sz="4400" spc="-1" strike="noStrike">
                <a:solidFill>
                  <a:schemeClr val="dk1"/>
                </a:solidFill>
                <a:latin typeface="Calibri Light"/>
              </a:rPr>
              <a:t>Click to edit the title text format</a:t>
            </a:r>
            <a:endParaRPr b="0" lang="en-IN" sz="4400" spc="-1" strike="noStrike">
              <a:solidFill>
                <a:schemeClr val="dk1"/>
              </a:solidFill>
              <a:latin typeface="Calibri Light"/>
            </a:endParaRPr>
          </a:p>
        </p:txBody>
      </p:sp>
      <p:sp>
        <p:nvSpPr>
          <p:cNvPr id="4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chemeClr val="dk1"/>
                </a:solidFill>
                <a:latin typeface="Calibri"/>
              </a:rPr>
              <a:t>Click to edit the outline text format</a:t>
            </a:r>
            <a:endParaRPr b="0" lang="en-IN"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chemeClr val="dk1"/>
                </a:solidFill>
                <a:latin typeface="Calibri"/>
              </a:rPr>
              <a:t>Second Outline Level</a:t>
            </a:r>
            <a:endParaRPr b="0" lang="en-IN"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chemeClr val="dk1"/>
                </a:solidFill>
                <a:latin typeface="Calibri"/>
              </a:rPr>
              <a:t>Third Outline Level</a:t>
            </a:r>
            <a:endParaRPr b="0" lang="en-IN"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chemeClr val="dk1"/>
                </a:solidFill>
                <a:latin typeface="Calibri"/>
              </a:rPr>
              <a:t>Fourth Outline Level</a:t>
            </a:r>
            <a:endParaRPr b="0" lang="en-IN"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chemeClr val="dk1"/>
                </a:solidFill>
                <a:latin typeface="Calibri"/>
              </a:rPr>
              <a:t>Fifth Outline Level</a:t>
            </a:r>
            <a:endParaRPr b="0" lang="en-IN"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chemeClr val="dk1"/>
                </a:solidFill>
                <a:latin typeface="Calibri"/>
              </a:rPr>
              <a:t>Sixth Outline Level</a:t>
            </a:r>
            <a:endParaRPr b="0" lang="en-IN"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chemeClr val="dk1"/>
                </a:solidFill>
                <a:latin typeface="Calibri"/>
              </a:rPr>
              <a:t>Seventh Outline Level</a:t>
            </a:r>
            <a:endParaRPr b="0" lang="en-IN"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9" r:id="rId5"/>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3.png"/><Relationship Id="rId3" Type="http://schemas.openxmlformats.org/officeDocument/2006/relationships/slideLayout" Target="../slideLayouts/slideLayout6.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slideLayout" Target="../slideLayouts/slideLayout8.xml"/><Relationship Id="rId8"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image" Target="../media/image15.png"/><Relationship Id="rId7" Type="http://schemas.openxmlformats.org/officeDocument/2006/relationships/image" Target="../media/image16.svg"/><Relationship Id="rId8" Type="http://schemas.openxmlformats.org/officeDocument/2006/relationships/image" Target="../media/image17.png"/><Relationship Id="rId9" Type="http://schemas.openxmlformats.org/officeDocument/2006/relationships/image" Target="../media/image18.svg"/><Relationship Id="rId10" Type="http://schemas.openxmlformats.org/officeDocument/2006/relationships/image" Target="../media/image3.png"/><Relationship Id="rId11" Type="http://schemas.openxmlformats.org/officeDocument/2006/relationships/slideLayout" Target="../slideLayouts/slideLayout9.xml"/><Relationship Id="rId1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0.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slideLayout" Target="../slideLayouts/slideLayout2.xml"/><Relationship Id="rId7"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Text 0"/>
          <p:cNvSpPr/>
          <p:nvPr/>
        </p:nvSpPr>
        <p:spPr>
          <a:xfrm>
            <a:off x="837720" y="3044160"/>
            <a:ext cx="5632200" cy="703800"/>
          </a:xfrm>
          <a:prstGeom prst="rect">
            <a:avLst/>
          </a:prstGeom>
          <a:noFill/>
          <a:ln w="0">
            <a:noFill/>
          </a:ln>
        </p:spPr>
        <p:style>
          <a:lnRef idx="0"/>
          <a:fillRef idx="0"/>
          <a:effectRef idx="0"/>
          <a:fontRef idx="minor"/>
        </p:style>
        <p:txBody>
          <a:bodyPr wrap="none" lIns="0" rIns="0" tIns="0" bIns="0" anchor="t">
            <a:noAutofit/>
          </a:bodyPr>
          <a:p>
            <a:pPr>
              <a:lnSpc>
                <a:spcPts val="5499"/>
              </a:lnSpc>
              <a:tabLst>
                <a:tab algn="l" pos="0"/>
              </a:tabLst>
            </a:pPr>
            <a:r>
              <a:rPr b="1" lang="en-US" sz="4400" spc="-1" strike="noStrike">
                <a:solidFill>
                  <a:srgbClr val="ffffff"/>
                </a:solidFill>
                <a:latin typeface="Overpass Bold"/>
                <a:ea typeface="Overpass Bold"/>
              </a:rPr>
              <a:t>SkillGenome X</a:t>
            </a:r>
            <a:endParaRPr b="0" lang="en-IN" sz="4400" spc="-1" strike="noStrike">
              <a:solidFill>
                <a:srgbClr val="000000"/>
              </a:solidFill>
              <a:latin typeface="Arial"/>
            </a:endParaRPr>
          </a:p>
        </p:txBody>
      </p:sp>
      <p:sp>
        <p:nvSpPr>
          <p:cNvPr id="57" name="Text 1"/>
          <p:cNvSpPr/>
          <p:nvPr/>
        </p:nvSpPr>
        <p:spPr>
          <a:xfrm>
            <a:off x="837720" y="4227120"/>
            <a:ext cx="12954600" cy="382680"/>
          </a:xfrm>
          <a:prstGeom prst="rect">
            <a:avLst/>
          </a:prstGeom>
          <a:noFill/>
          <a:ln w="0">
            <a:noFill/>
          </a:ln>
        </p:spPr>
        <p:style>
          <a:lnRef idx="0"/>
          <a:fillRef idx="0"/>
          <a:effectRef idx="0"/>
          <a:fontRef idx="minor"/>
        </p:style>
        <p:txBody>
          <a:bodyPr wrap="none" lIns="0" rIns="0" tIns="0" bIns="0" anchor="t">
            <a:noAutofit/>
          </a:bodyPr>
          <a:p>
            <a:pPr>
              <a:lnSpc>
                <a:spcPts val="2999"/>
              </a:lnSpc>
              <a:tabLst>
                <a:tab algn="l" pos="0"/>
              </a:tabLst>
            </a:pPr>
            <a:r>
              <a:rPr b="0" lang="en-US" sz="1850" spc="-1" strike="noStrike">
                <a:solidFill>
                  <a:srgbClr val="e5e0df"/>
                </a:solidFill>
                <a:latin typeface="Overpass"/>
                <a:ea typeface="Overpass"/>
              </a:rPr>
              <a:t>Inferring a Nation's True Skill DNA from Fragmented Real-World Signals</a:t>
            </a:r>
            <a:endParaRPr b="0" lang="en-IN" sz="1850" spc="-1" strike="noStrike">
              <a:solidFill>
                <a:srgbClr val="000000"/>
              </a:solidFill>
              <a:latin typeface="Arial"/>
            </a:endParaRPr>
          </a:p>
        </p:txBody>
      </p:sp>
      <p:pic>
        <p:nvPicPr>
          <p:cNvPr id="58" name="" descr=""/>
          <p:cNvPicPr/>
          <p:nvPr/>
        </p:nvPicPr>
        <p:blipFill>
          <a:blip r:embed="rId1"/>
          <a:stretch/>
        </p:blipFill>
        <p:spPr>
          <a:xfrm>
            <a:off x="12780000" y="7740000"/>
            <a:ext cx="1800000" cy="437760"/>
          </a:xfrm>
          <a:prstGeom prst="rect">
            <a:avLst/>
          </a:prstGeom>
          <a:ln w="0">
            <a:noFill/>
          </a:ln>
        </p:spPr>
      </p:pic>
      <p:sp>
        <p:nvSpPr>
          <p:cNvPr id="59" name="Text 2"/>
          <p:cNvSpPr/>
          <p:nvPr/>
        </p:nvSpPr>
        <p:spPr>
          <a:xfrm>
            <a:off x="12060000" y="7614000"/>
            <a:ext cx="2340000" cy="3060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pc="-1" strike="noStrike">
                <a:solidFill>
                  <a:srgbClr val="e5e0df"/>
                </a:solidFill>
                <a:latin typeface="Overpass"/>
                <a:ea typeface="Overpass"/>
              </a:rPr>
              <a:t>Ahmed Arshadul Haque</a:t>
            </a:r>
            <a:endParaRPr b="0" lang="en-IN" sz="1500" spc="-1" strike="noStrike">
              <a:solidFill>
                <a:srgbClr val="000000"/>
              </a:solidFill>
              <a:latin typeface="Arial"/>
            </a:endParaRPr>
          </a:p>
        </p:txBody>
      </p:sp>
      <p:sp>
        <p:nvSpPr>
          <p:cNvPr id="60" name="Text 16"/>
          <p:cNvSpPr/>
          <p:nvPr/>
        </p:nvSpPr>
        <p:spPr>
          <a:xfrm>
            <a:off x="837720" y="4882320"/>
            <a:ext cx="12954600" cy="30600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500" spc="-1" strike="noStrike">
                <a:solidFill>
                  <a:srgbClr val="e5e0df"/>
                </a:solidFill>
                <a:latin typeface="Overpass"/>
                <a:ea typeface="Overpass"/>
              </a:rPr>
              <a:t>An ML-based prototype for latent skill inference</a:t>
            </a:r>
            <a:endParaRPr b="0" lang="en-IN"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Text 0"/>
          <p:cNvSpPr/>
          <p:nvPr/>
        </p:nvSpPr>
        <p:spPr>
          <a:xfrm>
            <a:off x="837720" y="1919520"/>
            <a:ext cx="5876280" cy="703800"/>
          </a:xfrm>
          <a:prstGeom prst="rect">
            <a:avLst/>
          </a:prstGeom>
          <a:noFill/>
          <a:ln w="0">
            <a:noFill/>
          </a:ln>
        </p:spPr>
        <p:style>
          <a:lnRef idx="0"/>
          <a:fillRef idx="0"/>
          <a:effectRef idx="0"/>
          <a:fontRef idx="minor"/>
        </p:style>
        <p:txBody>
          <a:bodyPr wrap="none" lIns="0" rIns="0" tIns="0" bIns="0" anchor="t">
            <a:noAutofit/>
          </a:bodyPr>
          <a:p>
            <a:pPr>
              <a:lnSpc>
                <a:spcPts val="5499"/>
              </a:lnSpc>
              <a:tabLst>
                <a:tab algn="l" pos="0"/>
              </a:tabLst>
            </a:pPr>
            <a:r>
              <a:rPr b="1" lang="en-US" sz="4400" spc="-1" strike="noStrike">
                <a:solidFill>
                  <a:srgbClr val="ffffff"/>
                </a:solidFill>
                <a:latin typeface="Overpass Bold"/>
                <a:ea typeface="Overpass Bold"/>
              </a:rPr>
              <a:t>The Measurement Gap</a:t>
            </a:r>
            <a:endParaRPr b="0" lang="en-IN" sz="4400" spc="-1" strike="noStrike">
              <a:solidFill>
                <a:srgbClr val="000000"/>
              </a:solidFill>
              <a:latin typeface="Arial"/>
            </a:endParaRPr>
          </a:p>
        </p:txBody>
      </p:sp>
      <p:sp>
        <p:nvSpPr>
          <p:cNvPr id="62" name="Text 1"/>
          <p:cNvSpPr/>
          <p:nvPr/>
        </p:nvSpPr>
        <p:spPr>
          <a:xfrm>
            <a:off x="837720" y="3197880"/>
            <a:ext cx="6185160" cy="153180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0" lang="en-US" sz="1850" spc="-1" strike="noStrike">
                <a:solidFill>
                  <a:srgbClr val="e5e0df"/>
                </a:solidFill>
                <a:latin typeface="Overpass"/>
                <a:ea typeface="Overpass"/>
              </a:rPr>
              <a:t>Current methods for measuring national skills rely on degrees, certifications, surveys, and self-reported data. These metrics are static, incomplete, and fail to capture informal, emerging, and cross-domain skills.</a:t>
            </a:r>
            <a:endParaRPr b="0" lang="en-IN" sz="1850" spc="-1" strike="noStrike">
              <a:solidFill>
                <a:srgbClr val="000000"/>
              </a:solidFill>
              <a:latin typeface="Arial"/>
            </a:endParaRPr>
          </a:p>
        </p:txBody>
      </p:sp>
      <p:sp>
        <p:nvSpPr>
          <p:cNvPr id="63" name="Text 2"/>
          <p:cNvSpPr/>
          <p:nvPr/>
        </p:nvSpPr>
        <p:spPr>
          <a:xfrm>
            <a:off x="837720" y="4945320"/>
            <a:ext cx="6185160" cy="114876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0" lang="en-US" sz="1850" spc="-1" strike="noStrike">
                <a:solidFill>
                  <a:srgbClr val="e5e0df"/>
                </a:solidFill>
                <a:latin typeface="Overpass"/>
                <a:ea typeface="Overpass"/>
              </a:rPr>
              <a:t>Meanwhile, real skill signals exist across platforms like open-source work, gig activity, and online learning, but this data is fragmented, noisy, and partially adversarial.</a:t>
            </a:r>
            <a:endParaRPr b="0" lang="en-IN" sz="1850" spc="-1" strike="noStrike">
              <a:solidFill>
                <a:srgbClr val="000000"/>
              </a:solidFill>
              <a:latin typeface="Arial"/>
            </a:endParaRPr>
          </a:p>
        </p:txBody>
      </p:sp>
      <p:sp>
        <p:nvSpPr>
          <p:cNvPr id="64" name="Shape 3"/>
          <p:cNvSpPr/>
          <p:nvPr/>
        </p:nvSpPr>
        <p:spPr>
          <a:xfrm>
            <a:off x="7442640" y="2982600"/>
            <a:ext cx="6529680" cy="3327120"/>
          </a:xfrm>
          <a:prstGeom prst="roundRect">
            <a:avLst>
              <a:gd name="adj" fmla="val 5180"/>
            </a:avLst>
          </a:prstGeom>
          <a:solidFill>
            <a:srgbClr val="f20374">
              <a:alpha val="95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65" name="Text 4"/>
          <p:cNvSpPr/>
          <p:nvPr/>
        </p:nvSpPr>
        <p:spPr>
          <a:xfrm>
            <a:off x="7681680" y="3222000"/>
            <a:ext cx="2815920" cy="351720"/>
          </a:xfrm>
          <a:prstGeom prst="rect">
            <a:avLst/>
          </a:prstGeom>
          <a:noFill/>
          <a:ln w="0">
            <a:noFill/>
          </a:ln>
        </p:spPr>
        <p:style>
          <a:lnRef idx="0"/>
          <a:fillRef idx="0"/>
          <a:effectRef idx="0"/>
          <a:fontRef idx="minor"/>
        </p:style>
        <p:txBody>
          <a:bodyPr wrap="none" lIns="0" rIns="0" tIns="0" bIns="0" anchor="t">
            <a:noAutofit/>
          </a:bodyPr>
          <a:p>
            <a:pPr>
              <a:lnSpc>
                <a:spcPts val="2750"/>
              </a:lnSpc>
              <a:tabLst>
                <a:tab algn="l" pos="0"/>
              </a:tabLst>
            </a:pPr>
            <a:r>
              <a:rPr b="1" lang="en-US" sz="2200" spc="-1" strike="noStrike">
                <a:solidFill>
                  <a:srgbClr val="000000"/>
                </a:solidFill>
                <a:latin typeface="Overpass Bold"/>
                <a:ea typeface="Overpass Bold"/>
              </a:rPr>
              <a:t>The Core Challenge</a:t>
            </a:r>
            <a:endParaRPr b="0" lang="en-IN" sz="2200" spc="-1" strike="noStrike">
              <a:solidFill>
                <a:srgbClr val="000000"/>
              </a:solidFill>
              <a:latin typeface="Arial"/>
            </a:endParaRPr>
          </a:p>
        </p:txBody>
      </p:sp>
      <p:sp>
        <p:nvSpPr>
          <p:cNvPr id="66" name="Text 5"/>
          <p:cNvSpPr/>
          <p:nvPr/>
        </p:nvSpPr>
        <p:spPr>
          <a:xfrm>
            <a:off x="7681680" y="3813120"/>
            <a:ext cx="6051240" cy="76572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1" lang="en-US" sz="1850" spc="-1" strike="noStrike">
                <a:solidFill>
                  <a:srgbClr val="000000"/>
                </a:solidFill>
                <a:latin typeface="Overpass"/>
                <a:ea typeface="Overpass"/>
              </a:rPr>
              <a:t>Skills are latent and dynamic</a:t>
            </a:r>
            <a:r>
              <a:rPr b="0" lang="en-US" sz="1850" spc="-1" strike="noStrike">
                <a:solidFill>
                  <a:srgbClr val="000000"/>
                </a:solidFill>
                <a:latin typeface="Overpass"/>
                <a:ea typeface="Overpass"/>
              </a:rPr>
              <a:t>, whilst current systems attempt to measure them directly and retrospectively.</a:t>
            </a:r>
            <a:endParaRPr b="0" lang="en-IN" sz="1850" spc="-1" strike="noStrike">
              <a:solidFill>
                <a:srgbClr val="000000"/>
              </a:solidFill>
              <a:latin typeface="Arial"/>
            </a:endParaRPr>
          </a:p>
        </p:txBody>
      </p:sp>
      <p:sp>
        <p:nvSpPr>
          <p:cNvPr id="67" name="Text 6"/>
          <p:cNvSpPr/>
          <p:nvPr/>
        </p:nvSpPr>
        <p:spPr>
          <a:xfrm>
            <a:off x="7681680" y="4794480"/>
            <a:ext cx="6051240" cy="114876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0" lang="en-US" sz="1850" spc="-1" strike="noStrike">
                <a:solidFill>
                  <a:srgbClr val="000000"/>
                </a:solidFill>
                <a:latin typeface="Overpass"/>
                <a:ea typeface="Overpass"/>
              </a:rPr>
              <a:t>Policymakers and institutions lack a reliable way to understand actual capabilities, regional strengths, evolving skills, and structural gaps.</a:t>
            </a:r>
            <a:endParaRPr b="0" lang="en-IN" sz="1850" spc="-1" strike="noStrike">
              <a:solidFill>
                <a:srgbClr val="000000"/>
              </a:solidFill>
              <a:latin typeface="Arial"/>
            </a:endParaRPr>
          </a:p>
        </p:txBody>
      </p:sp>
      <p:pic>
        <p:nvPicPr>
          <p:cNvPr id="68" name="" descr=""/>
          <p:cNvPicPr/>
          <p:nvPr/>
        </p:nvPicPr>
        <p:blipFill>
          <a:blip r:embed="rId1"/>
          <a:stretch/>
        </p:blipFill>
        <p:spPr>
          <a:xfrm>
            <a:off x="12780000" y="7740000"/>
            <a:ext cx="1800000" cy="43776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Text 0"/>
          <p:cNvSpPr/>
          <p:nvPr/>
        </p:nvSpPr>
        <p:spPr>
          <a:xfrm>
            <a:off x="783720" y="615960"/>
            <a:ext cx="9442800" cy="658440"/>
          </a:xfrm>
          <a:prstGeom prst="rect">
            <a:avLst/>
          </a:prstGeom>
          <a:noFill/>
          <a:ln w="0">
            <a:noFill/>
          </a:ln>
        </p:spPr>
        <p:style>
          <a:lnRef idx="0"/>
          <a:fillRef idx="0"/>
          <a:effectRef idx="0"/>
          <a:fontRef idx="minor"/>
        </p:style>
        <p:txBody>
          <a:bodyPr wrap="none" lIns="0" rIns="0" tIns="0" bIns="0" anchor="t">
            <a:noAutofit/>
          </a:bodyPr>
          <a:p>
            <a:pPr>
              <a:lnSpc>
                <a:spcPts val="5151"/>
              </a:lnSpc>
              <a:tabLst>
                <a:tab algn="l" pos="0"/>
              </a:tabLst>
            </a:pPr>
            <a:r>
              <a:rPr b="1" lang="en-US" sz="4100" spc="-1" strike="noStrike">
                <a:solidFill>
                  <a:srgbClr val="ffffff"/>
                </a:solidFill>
                <a:latin typeface="Overpass Bold"/>
                <a:ea typeface="Overpass Bold"/>
              </a:rPr>
              <a:t>A Paradigm Shift in Skill Measurement</a:t>
            </a:r>
            <a:endParaRPr b="0" lang="en-IN" sz="4100" spc="-1" strike="noStrike">
              <a:solidFill>
                <a:srgbClr val="000000"/>
              </a:solidFill>
              <a:latin typeface="Arial"/>
            </a:endParaRPr>
          </a:p>
        </p:txBody>
      </p:sp>
      <p:pic>
        <p:nvPicPr>
          <p:cNvPr id="70" name="Image 0" descr="preencoded.png"/>
          <p:cNvPicPr/>
          <p:nvPr/>
        </p:nvPicPr>
        <p:blipFill>
          <a:blip r:embed="rId1"/>
          <a:stretch/>
        </p:blipFill>
        <p:spPr>
          <a:xfrm>
            <a:off x="1065960" y="1693440"/>
            <a:ext cx="12498120" cy="4307760"/>
          </a:xfrm>
          <a:prstGeom prst="rect">
            <a:avLst/>
          </a:prstGeom>
          <a:ln w="0">
            <a:noFill/>
          </a:ln>
        </p:spPr>
      </p:pic>
      <p:sp>
        <p:nvSpPr>
          <p:cNvPr id="71" name="Text 1"/>
          <p:cNvSpPr/>
          <p:nvPr/>
        </p:nvSpPr>
        <p:spPr>
          <a:xfrm>
            <a:off x="7661520" y="2217960"/>
            <a:ext cx="2765520" cy="34524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1" lang="en-US" sz="1250" spc="-1" strike="noStrike">
                <a:solidFill>
                  <a:srgbClr val="e5e0df"/>
                </a:solidFill>
                <a:latin typeface="Overpass Bold"/>
                <a:ea typeface="Overpass Bold"/>
              </a:rPr>
              <a:t>Fragmented Data</a:t>
            </a:r>
            <a:endParaRPr b="0" lang="en-IN" sz="1250" spc="-1" strike="noStrike">
              <a:solidFill>
                <a:srgbClr val="000000"/>
              </a:solidFill>
              <a:latin typeface="Arial"/>
            </a:endParaRPr>
          </a:p>
        </p:txBody>
      </p:sp>
      <p:sp>
        <p:nvSpPr>
          <p:cNvPr id="72" name="Text 2"/>
          <p:cNvSpPr/>
          <p:nvPr/>
        </p:nvSpPr>
        <p:spPr>
          <a:xfrm>
            <a:off x="7661520" y="3118680"/>
            <a:ext cx="2765520" cy="34524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1" lang="en-US" sz="1250" spc="-1" strike="noStrike">
                <a:solidFill>
                  <a:srgbClr val="e5e0df"/>
                </a:solidFill>
                <a:latin typeface="Overpass Bold"/>
                <a:ea typeface="Overpass Bold"/>
              </a:rPr>
              <a:t>Latent Inference</a:t>
            </a:r>
            <a:endParaRPr b="0" lang="en-IN" sz="1250" spc="-1" strike="noStrike">
              <a:solidFill>
                <a:srgbClr val="000000"/>
              </a:solidFill>
              <a:latin typeface="Arial"/>
            </a:endParaRPr>
          </a:p>
        </p:txBody>
      </p:sp>
      <p:sp>
        <p:nvSpPr>
          <p:cNvPr id="73" name="Text 3"/>
          <p:cNvSpPr/>
          <p:nvPr/>
        </p:nvSpPr>
        <p:spPr>
          <a:xfrm>
            <a:off x="7661520" y="4034880"/>
            <a:ext cx="2765520" cy="345240"/>
          </a:xfrm>
          <a:prstGeom prst="rect">
            <a:avLst/>
          </a:prstGeom>
          <a:noFill/>
          <a:ln w="0">
            <a:noFill/>
          </a:ln>
        </p:spPr>
        <p:style>
          <a:lnRef idx="0"/>
          <a:fillRef idx="0"/>
          <a:effectRef idx="0"/>
          <a:fontRef idx="minor"/>
        </p:style>
        <p:txBody>
          <a:bodyPr wrap="none" lIns="0" rIns="0" tIns="0" bIns="0" anchor="t">
            <a:noAutofit/>
          </a:bodyPr>
          <a:p>
            <a:pPr>
              <a:lnSpc>
                <a:spcPts val="1551"/>
              </a:lnSpc>
              <a:tabLst>
                <a:tab algn="l" pos="0"/>
              </a:tabLst>
            </a:pPr>
            <a:r>
              <a:rPr b="1" lang="en-US" sz="1250" spc="-1" strike="noStrike">
                <a:solidFill>
                  <a:srgbClr val="e5e0df"/>
                </a:solidFill>
                <a:latin typeface="Overpass Bold"/>
                <a:ea typeface="Overpass Bold"/>
              </a:rPr>
              <a:t>Actionable Insight</a:t>
            </a:r>
            <a:endParaRPr b="0" lang="en-IN" sz="1250" spc="-1" strike="noStrike">
              <a:solidFill>
                <a:srgbClr val="000000"/>
              </a:solidFill>
              <a:latin typeface="Arial"/>
            </a:endParaRPr>
          </a:p>
        </p:txBody>
      </p:sp>
      <p:sp>
        <p:nvSpPr>
          <p:cNvPr id="74" name="Text 4"/>
          <p:cNvSpPr/>
          <p:nvPr/>
        </p:nvSpPr>
        <p:spPr>
          <a:xfrm>
            <a:off x="783720" y="6237000"/>
            <a:ext cx="13062600" cy="1386360"/>
          </a:xfrm>
          <a:prstGeom prst="rect">
            <a:avLst/>
          </a:prstGeom>
          <a:noFill/>
          <a:ln w="0">
            <a:noFill/>
          </a:ln>
        </p:spPr>
        <p:style>
          <a:lnRef idx="0"/>
          <a:fillRef idx="0"/>
          <a:effectRef idx="0"/>
          <a:fontRef idx="minor"/>
        </p:style>
        <p:txBody>
          <a:bodyPr lIns="0" rIns="0" tIns="0" bIns="0" anchor="t">
            <a:noAutofit/>
          </a:bodyPr>
          <a:p>
            <a:pPr>
              <a:lnSpc>
                <a:spcPts val="2701"/>
              </a:lnSpc>
              <a:tabLst>
                <a:tab algn="l" pos="0"/>
              </a:tabLst>
            </a:pPr>
            <a:r>
              <a:rPr b="0" lang="en-US" sz="1750" spc="-1" strike="noStrike">
                <a:solidFill>
                  <a:srgbClr val="e5e0df"/>
                </a:solidFill>
                <a:latin typeface="Overpass"/>
                <a:ea typeface="Overpass"/>
              </a:rPr>
              <a:t>SkillGenome X reframes skills as </a:t>
            </a:r>
            <a:r>
              <a:rPr b="1" lang="en-US" sz="1750" spc="-1" strike="noStrike">
                <a:solidFill>
                  <a:srgbClr val="e5e0df"/>
                </a:solidFill>
                <a:latin typeface="Overpass"/>
                <a:ea typeface="Overpass"/>
              </a:rPr>
              <a:t>latent variables that must be inferred rather than explicitly measured</a:t>
            </a:r>
            <a:r>
              <a:rPr b="0" lang="en-US" sz="1750" spc="-1" strike="noStrike">
                <a:solidFill>
                  <a:srgbClr val="e5e0df"/>
                </a:solidFill>
                <a:latin typeface="Overpass"/>
                <a:ea typeface="Overpass"/>
              </a:rPr>
              <a:t>. Using machine learning, the system learns compressed representations of skills from fragmented real-world behavioural data. These latent skill embeddings allow us to reconstruct underlying skill structures, identify hidden strengths, and analyse how skills distribute, evolve, and concentrate across regions over time.</a:t>
            </a:r>
            <a:endParaRPr b="0" lang="en-IN" sz="1750" spc="-1" strike="noStrike">
              <a:solidFill>
                <a:srgbClr val="000000"/>
              </a:solidFill>
              <a:latin typeface="Arial"/>
            </a:endParaRPr>
          </a:p>
        </p:txBody>
      </p:sp>
      <p:pic>
        <p:nvPicPr>
          <p:cNvPr id="75" name="" descr=""/>
          <p:cNvPicPr/>
          <p:nvPr/>
        </p:nvPicPr>
        <p:blipFill>
          <a:blip r:embed="rId2"/>
          <a:stretch/>
        </p:blipFill>
        <p:spPr>
          <a:xfrm>
            <a:off x="12780000" y="7740000"/>
            <a:ext cx="1800000" cy="43776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Text 0"/>
          <p:cNvSpPr/>
          <p:nvPr/>
        </p:nvSpPr>
        <p:spPr>
          <a:xfrm>
            <a:off x="837720" y="1568880"/>
            <a:ext cx="5826240" cy="703800"/>
          </a:xfrm>
          <a:prstGeom prst="rect">
            <a:avLst/>
          </a:prstGeom>
          <a:noFill/>
          <a:ln w="0">
            <a:noFill/>
          </a:ln>
        </p:spPr>
        <p:style>
          <a:lnRef idx="0"/>
          <a:fillRef idx="0"/>
          <a:effectRef idx="0"/>
          <a:fontRef idx="minor"/>
        </p:style>
        <p:txBody>
          <a:bodyPr wrap="none" lIns="0" rIns="0" tIns="0" bIns="0" anchor="t">
            <a:noAutofit/>
          </a:bodyPr>
          <a:p>
            <a:pPr>
              <a:lnSpc>
                <a:spcPts val="5499"/>
              </a:lnSpc>
              <a:tabLst>
                <a:tab algn="l" pos="0"/>
              </a:tabLst>
            </a:pPr>
            <a:r>
              <a:rPr b="1" lang="en-US" sz="4400" spc="-1" strike="noStrike">
                <a:solidFill>
                  <a:srgbClr val="ffffff"/>
                </a:solidFill>
                <a:latin typeface="Overpass Bold"/>
                <a:ea typeface="Overpass Bold"/>
              </a:rPr>
              <a:t>Why This Matters Now</a:t>
            </a:r>
            <a:endParaRPr b="0" lang="en-IN" sz="4400" spc="-1" strike="noStrike">
              <a:solidFill>
                <a:srgbClr val="000000"/>
              </a:solidFill>
              <a:latin typeface="Arial"/>
            </a:endParaRPr>
          </a:p>
        </p:txBody>
      </p:sp>
      <p:sp>
        <p:nvSpPr>
          <p:cNvPr id="77" name="Shape 1"/>
          <p:cNvSpPr/>
          <p:nvPr/>
        </p:nvSpPr>
        <p:spPr>
          <a:xfrm>
            <a:off x="837720" y="2751840"/>
            <a:ext cx="3058920" cy="3368160"/>
          </a:xfrm>
          <a:prstGeom prst="roundRect">
            <a:avLst>
              <a:gd name="adj" fmla="val 3286"/>
            </a:avLst>
          </a:prstGeom>
          <a:solidFill>
            <a:srgbClr val="7e023c"/>
          </a:solidFill>
          <a:ln w="7620">
            <a:solidFill>
              <a:srgbClr val="971b55"/>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78" name="Text 2"/>
          <p:cNvSpPr/>
          <p:nvPr/>
        </p:nvSpPr>
        <p:spPr>
          <a:xfrm>
            <a:off x="1084680" y="2998800"/>
            <a:ext cx="2565000" cy="703440"/>
          </a:xfrm>
          <a:prstGeom prst="rect">
            <a:avLst/>
          </a:prstGeom>
          <a:noFill/>
          <a:ln w="0">
            <a:noFill/>
          </a:ln>
        </p:spPr>
        <p:style>
          <a:lnRef idx="0"/>
          <a:fillRef idx="0"/>
          <a:effectRef idx="0"/>
          <a:fontRef idx="minor"/>
        </p:style>
        <p:txBody>
          <a:bodyPr lIns="0" rIns="0" tIns="0" bIns="0" anchor="t">
            <a:noAutofit/>
          </a:bodyPr>
          <a:p>
            <a:pPr>
              <a:lnSpc>
                <a:spcPts val="2750"/>
              </a:lnSpc>
              <a:tabLst>
                <a:tab algn="l" pos="0"/>
              </a:tabLst>
            </a:pPr>
            <a:r>
              <a:rPr b="1" lang="en-US" sz="2200" spc="-1" strike="noStrike">
                <a:solidFill>
                  <a:srgbClr val="e5e0df"/>
                </a:solidFill>
                <a:latin typeface="Overpass Bold"/>
                <a:ea typeface="Overpass Bold"/>
              </a:rPr>
              <a:t>Credential Disconnect</a:t>
            </a:r>
            <a:endParaRPr b="0" lang="en-IN" sz="2200" spc="-1" strike="noStrike">
              <a:solidFill>
                <a:srgbClr val="000000"/>
              </a:solidFill>
              <a:latin typeface="Arial"/>
            </a:endParaRPr>
          </a:p>
        </p:txBody>
      </p:sp>
      <p:sp>
        <p:nvSpPr>
          <p:cNvPr id="79" name="Text 3"/>
          <p:cNvSpPr/>
          <p:nvPr/>
        </p:nvSpPr>
        <p:spPr>
          <a:xfrm>
            <a:off x="1084680" y="3846240"/>
            <a:ext cx="2565000" cy="191484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0" lang="en-US" sz="1850" spc="-1" strike="noStrike">
                <a:solidFill>
                  <a:srgbClr val="e5e0df"/>
                </a:solidFill>
                <a:latin typeface="Overpass"/>
                <a:ea typeface="Overpass"/>
              </a:rPr>
              <a:t>Degrees and certificates do not reflect real capability or current proficiency in rapidly evolving fields.</a:t>
            </a:r>
            <a:endParaRPr b="0" lang="en-IN" sz="1850" spc="-1" strike="noStrike">
              <a:solidFill>
                <a:srgbClr val="000000"/>
              </a:solidFill>
              <a:latin typeface="Arial"/>
            </a:endParaRPr>
          </a:p>
        </p:txBody>
      </p:sp>
      <p:sp>
        <p:nvSpPr>
          <p:cNvPr id="80" name="Shape 4"/>
          <p:cNvSpPr/>
          <p:nvPr/>
        </p:nvSpPr>
        <p:spPr>
          <a:xfrm>
            <a:off x="4136400" y="2751840"/>
            <a:ext cx="3058920" cy="3368160"/>
          </a:xfrm>
          <a:prstGeom prst="roundRect">
            <a:avLst>
              <a:gd name="adj" fmla="val 3286"/>
            </a:avLst>
          </a:prstGeom>
          <a:solidFill>
            <a:srgbClr val="7e023c"/>
          </a:solidFill>
          <a:ln w="7620">
            <a:solidFill>
              <a:srgbClr val="971b55"/>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81" name="Text 5"/>
          <p:cNvSpPr/>
          <p:nvPr/>
        </p:nvSpPr>
        <p:spPr>
          <a:xfrm>
            <a:off x="4383000" y="2998800"/>
            <a:ext cx="2565000" cy="351720"/>
          </a:xfrm>
          <a:prstGeom prst="rect">
            <a:avLst/>
          </a:prstGeom>
          <a:noFill/>
          <a:ln w="0">
            <a:noFill/>
          </a:ln>
        </p:spPr>
        <p:style>
          <a:lnRef idx="0"/>
          <a:fillRef idx="0"/>
          <a:effectRef idx="0"/>
          <a:fontRef idx="minor"/>
        </p:style>
        <p:txBody>
          <a:bodyPr wrap="none" lIns="0" rIns="0" tIns="0" bIns="0" anchor="t">
            <a:noAutofit/>
          </a:bodyPr>
          <a:p>
            <a:pPr>
              <a:lnSpc>
                <a:spcPts val="2750"/>
              </a:lnSpc>
              <a:tabLst>
                <a:tab algn="l" pos="0"/>
              </a:tabLst>
            </a:pPr>
            <a:r>
              <a:rPr b="1" lang="en-US" sz="2200" spc="-1" strike="noStrike">
                <a:solidFill>
                  <a:srgbClr val="e5e0df"/>
                </a:solidFill>
                <a:latin typeface="Overpass Bold"/>
                <a:ea typeface="Overpass Bold"/>
              </a:rPr>
              <a:t>Invisible Talent</a:t>
            </a:r>
            <a:endParaRPr b="0" lang="en-IN" sz="2200" spc="-1" strike="noStrike">
              <a:solidFill>
                <a:srgbClr val="000000"/>
              </a:solidFill>
              <a:latin typeface="Arial"/>
            </a:endParaRPr>
          </a:p>
        </p:txBody>
      </p:sp>
      <p:sp>
        <p:nvSpPr>
          <p:cNvPr id="82" name="Text 6"/>
          <p:cNvSpPr/>
          <p:nvPr/>
        </p:nvSpPr>
        <p:spPr>
          <a:xfrm>
            <a:off x="4383000" y="3494160"/>
            <a:ext cx="2565000" cy="191484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0" lang="en-US" sz="1850" spc="-1" strike="noStrike">
                <a:solidFill>
                  <a:srgbClr val="e5e0df"/>
                </a:solidFill>
                <a:latin typeface="Overpass"/>
                <a:ea typeface="Overpass"/>
              </a:rPr>
              <a:t>Informal and rural talent remains completely invisible to traditional measurement systems.</a:t>
            </a:r>
            <a:endParaRPr b="0" lang="en-IN" sz="1850" spc="-1" strike="noStrike">
              <a:solidFill>
                <a:srgbClr val="000000"/>
              </a:solidFill>
              <a:latin typeface="Arial"/>
            </a:endParaRPr>
          </a:p>
        </p:txBody>
      </p:sp>
      <p:sp>
        <p:nvSpPr>
          <p:cNvPr id="83" name="Shape 7"/>
          <p:cNvSpPr/>
          <p:nvPr/>
        </p:nvSpPr>
        <p:spPr>
          <a:xfrm>
            <a:off x="7434720" y="2751840"/>
            <a:ext cx="3058920" cy="3368160"/>
          </a:xfrm>
          <a:prstGeom prst="roundRect">
            <a:avLst>
              <a:gd name="adj" fmla="val 3286"/>
            </a:avLst>
          </a:prstGeom>
          <a:solidFill>
            <a:srgbClr val="7e023c"/>
          </a:solidFill>
          <a:ln w="7620">
            <a:solidFill>
              <a:srgbClr val="971b55"/>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84" name="Text 8"/>
          <p:cNvSpPr/>
          <p:nvPr/>
        </p:nvSpPr>
        <p:spPr>
          <a:xfrm>
            <a:off x="7681680" y="2998800"/>
            <a:ext cx="2565000" cy="703440"/>
          </a:xfrm>
          <a:prstGeom prst="rect">
            <a:avLst/>
          </a:prstGeom>
          <a:noFill/>
          <a:ln w="0">
            <a:noFill/>
          </a:ln>
        </p:spPr>
        <p:style>
          <a:lnRef idx="0"/>
          <a:fillRef idx="0"/>
          <a:effectRef idx="0"/>
          <a:fontRef idx="minor"/>
        </p:style>
        <p:txBody>
          <a:bodyPr lIns="0" rIns="0" tIns="0" bIns="0" anchor="t">
            <a:noAutofit/>
          </a:bodyPr>
          <a:p>
            <a:pPr>
              <a:lnSpc>
                <a:spcPts val="2750"/>
              </a:lnSpc>
              <a:tabLst>
                <a:tab algn="l" pos="0"/>
              </a:tabLst>
            </a:pPr>
            <a:r>
              <a:rPr b="1" lang="en-US" sz="2200" spc="-1" strike="noStrike">
                <a:solidFill>
                  <a:srgbClr val="e5e0df"/>
                </a:solidFill>
                <a:latin typeface="Overpass Bold"/>
                <a:ea typeface="Overpass Bold"/>
              </a:rPr>
              <a:t>Accelerating Change</a:t>
            </a:r>
            <a:endParaRPr b="0" lang="en-IN" sz="2200" spc="-1" strike="noStrike">
              <a:solidFill>
                <a:srgbClr val="000000"/>
              </a:solidFill>
              <a:latin typeface="Arial"/>
            </a:endParaRPr>
          </a:p>
        </p:txBody>
      </p:sp>
      <p:sp>
        <p:nvSpPr>
          <p:cNvPr id="85" name="Text 9"/>
          <p:cNvSpPr/>
          <p:nvPr/>
        </p:nvSpPr>
        <p:spPr>
          <a:xfrm>
            <a:off x="7681680" y="3846240"/>
            <a:ext cx="2565000" cy="153180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0" lang="en-US" sz="1850" spc="-1" strike="noStrike">
                <a:solidFill>
                  <a:srgbClr val="e5e0df"/>
                </a:solidFill>
                <a:latin typeface="Overpass"/>
                <a:ea typeface="Overpass"/>
              </a:rPr>
              <a:t>Skill demand evolves faster than institutions can track or curricula can adapt.</a:t>
            </a:r>
            <a:endParaRPr b="0" lang="en-IN" sz="1850" spc="-1" strike="noStrike">
              <a:solidFill>
                <a:srgbClr val="000000"/>
              </a:solidFill>
              <a:latin typeface="Arial"/>
            </a:endParaRPr>
          </a:p>
        </p:txBody>
      </p:sp>
      <p:sp>
        <p:nvSpPr>
          <p:cNvPr id="86" name="Shape 10"/>
          <p:cNvSpPr/>
          <p:nvPr/>
        </p:nvSpPr>
        <p:spPr>
          <a:xfrm>
            <a:off x="10733400" y="2751840"/>
            <a:ext cx="3058920" cy="3368160"/>
          </a:xfrm>
          <a:prstGeom prst="roundRect">
            <a:avLst>
              <a:gd name="adj" fmla="val 3286"/>
            </a:avLst>
          </a:prstGeom>
          <a:solidFill>
            <a:srgbClr val="7e023c"/>
          </a:solidFill>
          <a:ln w="7620">
            <a:solidFill>
              <a:srgbClr val="971b55"/>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87" name="Text 11"/>
          <p:cNvSpPr/>
          <p:nvPr/>
        </p:nvSpPr>
        <p:spPr>
          <a:xfrm>
            <a:off x="10980360" y="2998800"/>
            <a:ext cx="2565000" cy="351720"/>
          </a:xfrm>
          <a:prstGeom prst="rect">
            <a:avLst/>
          </a:prstGeom>
          <a:noFill/>
          <a:ln w="0">
            <a:noFill/>
          </a:ln>
        </p:spPr>
        <p:style>
          <a:lnRef idx="0"/>
          <a:fillRef idx="0"/>
          <a:effectRef idx="0"/>
          <a:fontRef idx="minor"/>
        </p:style>
        <p:txBody>
          <a:bodyPr wrap="none" lIns="0" rIns="0" tIns="0" bIns="0" anchor="t">
            <a:noAutofit/>
          </a:bodyPr>
          <a:p>
            <a:pPr>
              <a:lnSpc>
                <a:spcPts val="2750"/>
              </a:lnSpc>
              <a:tabLst>
                <a:tab algn="l" pos="0"/>
              </a:tabLst>
            </a:pPr>
            <a:r>
              <a:rPr b="1" lang="en-US" sz="2200" spc="-1" strike="noStrike">
                <a:solidFill>
                  <a:srgbClr val="e5e0df"/>
                </a:solidFill>
                <a:latin typeface="Overpass Bold"/>
                <a:ea typeface="Overpass Bold"/>
              </a:rPr>
              <a:t>Strategic Risk</a:t>
            </a:r>
            <a:endParaRPr b="0" lang="en-IN" sz="2200" spc="-1" strike="noStrike">
              <a:solidFill>
                <a:srgbClr val="000000"/>
              </a:solidFill>
              <a:latin typeface="Arial"/>
            </a:endParaRPr>
          </a:p>
        </p:txBody>
      </p:sp>
      <p:sp>
        <p:nvSpPr>
          <p:cNvPr id="88" name="Text 12"/>
          <p:cNvSpPr/>
          <p:nvPr/>
        </p:nvSpPr>
        <p:spPr>
          <a:xfrm>
            <a:off x="10980360" y="3494160"/>
            <a:ext cx="2565000" cy="153180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0" lang="en-US" sz="1850" spc="-1" strike="noStrike">
                <a:solidFill>
                  <a:srgbClr val="e5e0df"/>
                </a:solidFill>
                <a:latin typeface="Overpass"/>
                <a:ea typeface="Overpass"/>
              </a:rPr>
              <a:t>Late detection of skill gaps creates national economic and security vulnerabilities.</a:t>
            </a:r>
            <a:endParaRPr b="0" lang="en-IN" sz="1850" spc="-1" strike="noStrike">
              <a:solidFill>
                <a:srgbClr val="000000"/>
              </a:solidFill>
              <a:latin typeface="Arial"/>
            </a:endParaRPr>
          </a:p>
        </p:txBody>
      </p:sp>
      <p:sp>
        <p:nvSpPr>
          <p:cNvPr id="89" name="Text 13"/>
          <p:cNvSpPr/>
          <p:nvPr/>
        </p:nvSpPr>
        <p:spPr>
          <a:xfrm>
            <a:off x="837720" y="6277320"/>
            <a:ext cx="12954600" cy="382680"/>
          </a:xfrm>
          <a:prstGeom prst="rect">
            <a:avLst/>
          </a:prstGeom>
          <a:noFill/>
          <a:ln w="0">
            <a:noFill/>
          </a:ln>
        </p:spPr>
        <p:style>
          <a:lnRef idx="0"/>
          <a:fillRef idx="0"/>
          <a:effectRef idx="0"/>
          <a:fontRef idx="minor"/>
        </p:style>
        <p:txBody>
          <a:bodyPr wrap="none" lIns="0" rIns="0" tIns="0" bIns="0" anchor="t">
            <a:noAutofit/>
          </a:bodyPr>
          <a:p>
            <a:pPr>
              <a:lnSpc>
                <a:spcPts val="2999"/>
              </a:lnSpc>
              <a:tabLst>
                <a:tab algn="l" pos="0"/>
              </a:tabLst>
            </a:pPr>
            <a:r>
              <a:rPr b="0" i="1" lang="en-US" sz="1850" spc="-1" strike="noStrike">
                <a:solidFill>
                  <a:srgbClr val="e5e0df"/>
                </a:solidFill>
                <a:latin typeface="Overpass"/>
                <a:ea typeface="Overpass"/>
              </a:rPr>
              <a:t>You cannot design policy, education, or workforce strategy without visibility into real skills.</a:t>
            </a:r>
            <a:endParaRPr b="0" lang="en-IN" sz="1850" spc="-1" strike="noStrike">
              <a:solidFill>
                <a:srgbClr val="000000"/>
              </a:solidFill>
              <a:latin typeface="Arial"/>
            </a:endParaRPr>
          </a:p>
        </p:txBody>
      </p:sp>
      <p:pic>
        <p:nvPicPr>
          <p:cNvPr id="90" name="" descr=""/>
          <p:cNvPicPr/>
          <p:nvPr/>
        </p:nvPicPr>
        <p:blipFill>
          <a:blip r:embed="rId1"/>
          <a:stretch/>
        </p:blipFill>
        <p:spPr>
          <a:xfrm>
            <a:off x="12780000" y="7740000"/>
            <a:ext cx="1800000" cy="43776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Text 0"/>
          <p:cNvSpPr/>
          <p:nvPr/>
        </p:nvSpPr>
        <p:spPr>
          <a:xfrm>
            <a:off x="1344600" y="735840"/>
            <a:ext cx="4326120" cy="540360"/>
          </a:xfrm>
          <a:prstGeom prst="rect">
            <a:avLst/>
          </a:prstGeom>
          <a:noFill/>
          <a:ln w="0">
            <a:noFill/>
          </a:ln>
        </p:spPr>
        <p:style>
          <a:lnRef idx="0"/>
          <a:fillRef idx="0"/>
          <a:effectRef idx="0"/>
          <a:fontRef idx="minor"/>
        </p:style>
        <p:txBody>
          <a:bodyPr wrap="none" lIns="0" rIns="0" tIns="0" bIns="0" anchor="t">
            <a:noAutofit/>
          </a:bodyPr>
          <a:p>
            <a:pPr>
              <a:lnSpc>
                <a:spcPts val="4249"/>
              </a:lnSpc>
              <a:tabLst>
                <a:tab algn="l" pos="0"/>
              </a:tabLst>
            </a:pPr>
            <a:r>
              <a:rPr b="1" lang="en-US" sz="3400" spc="-1" strike="noStrike">
                <a:solidFill>
                  <a:srgbClr val="ffffff"/>
                </a:solidFill>
                <a:latin typeface="Overpass Bold"/>
                <a:ea typeface="Overpass Bold"/>
              </a:rPr>
              <a:t>System Architecture</a:t>
            </a:r>
            <a:endParaRPr b="0" lang="en-IN" sz="3400" spc="-1" strike="noStrike">
              <a:solidFill>
                <a:srgbClr val="000000"/>
              </a:solidFill>
              <a:latin typeface="Arial"/>
            </a:endParaRPr>
          </a:p>
        </p:txBody>
      </p:sp>
      <p:pic>
        <p:nvPicPr>
          <p:cNvPr id="92" name="Image 0" descr="preencoded.png"/>
          <p:cNvPicPr/>
          <p:nvPr/>
        </p:nvPicPr>
        <p:blipFill>
          <a:blip r:embed="rId1"/>
          <a:stretch/>
        </p:blipFill>
        <p:spPr>
          <a:xfrm>
            <a:off x="1344600" y="1558800"/>
            <a:ext cx="919080" cy="1103040"/>
          </a:xfrm>
          <a:prstGeom prst="rect">
            <a:avLst/>
          </a:prstGeom>
          <a:ln w="0">
            <a:noFill/>
          </a:ln>
        </p:spPr>
      </p:pic>
      <p:sp>
        <p:nvSpPr>
          <p:cNvPr id="93" name="Text 1"/>
          <p:cNvSpPr/>
          <p:nvPr/>
        </p:nvSpPr>
        <p:spPr>
          <a:xfrm>
            <a:off x="2405160" y="1742760"/>
            <a:ext cx="2162880" cy="27000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1" lang="en-US" sz="1700" spc="-1" strike="noStrike">
                <a:solidFill>
                  <a:srgbClr val="e5e0df"/>
                </a:solidFill>
                <a:latin typeface="Overpass Bold"/>
                <a:ea typeface="Overpass Bold"/>
              </a:rPr>
              <a:t>Data Collection</a:t>
            </a:r>
            <a:endParaRPr b="0" lang="en-IN" sz="1700" spc="-1" strike="noStrike">
              <a:solidFill>
                <a:srgbClr val="000000"/>
              </a:solidFill>
              <a:latin typeface="Arial"/>
            </a:endParaRPr>
          </a:p>
        </p:txBody>
      </p:sp>
      <p:sp>
        <p:nvSpPr>
          <p:cNvPr id="94" name="Text 2"/>
          <p:cNvSpPr/>
          <p:nvPr/>
        </p:nvSpPr>
        <p:spPr>
          <a:xfrm>
            <a:off x="2405160" y="2097720"/>
            <a:ext cx="10880280" cy="25956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400" spc="-1" strike="noStrike">
                <a:solidFill>
                  <a:srgbClr val="e5e0df"/>
                </a:solidFill>
                <a:latin typeface="Overpass"/>
                <a:ea typeface="Overpass"/>
              </a:rPr>
              <a:t>Real-world signals from platforms</a:t>
            </a:r>
            <a:endParaRPr b="0" lang="en-IN" sz="1400" spc="-1" strike="noStrike">
              <a:solidFill>
                <a:srgbClr val="000000"/>
              </a:solidFill>
              <a:latin typeface="Arial"/>
            </a:endParaRPr>
          </a:p>
        </p:txBody>
      </p:sp>
      <p:pic>
        <p:nvPicPr>
          <p:cNvPr id="95" name="Image 1" descr="preencoded.png"/>
          <p:cNvPicPr/>
          <p:nvPr/>
        </p:nvPicPr>
        <p:blipFill>
          <a:blip r:embed="rId2"/>
          <a:stretch/>
        </p:blipFill>
        <p:spPr>
          <a:xfrm>
            <a:off x="1344600" y="2662200"/>
            <a:ext cx="919080" cy="1103040"/>
          </a:xfrm>
          <a:prstGeom prst="rect">
            <a:avLst/>
          </a:prstGeom>
          <a:ln w="0">
            <a:noFill/>
          </a:ln>
        </p:spPr>
      </p:pic>
      <p:sp>
        <p:nvSpPr>
          <p:cNvPr id="96" name="Text 3"/>
          <p:cNvSpPr/>
          <p:nvPr/>
        </p:nvSpPr>
        <p:spPr>
          <a:xfrm>
            <a:off x="2405160" y="2845800"/>
            <a:ext cx="2162880" cy="27000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1" lang="en-US" sz="1700" spc="-1" strike="noStrike">
                <a:solidFill>
                  <a:srgbClr val="e5e0df"/>
                </a:solidFill>
                <a:latin typeface="Overpass Bold"/>
                <a:ea typeface="Overpass Bold"/>
              </a:rPr>
              <a:t>Preprocessing</a:t>
            </a:r>
            <a:endParaRPr b="0" lang="en-IN" sz="1700" spc="-1" strike="noStrike">
              <a:solidFill>
                <a:srgbClr val="000000"/>
              </a:solidFill>
              <a:latin typeface="Arial"/>
            </a:endParaRPr>
          </a:p>
        </p:txBody>
      </p:sp>
      <p:sp>
        <p:nvSpPr>
          <p:cNvPr id="97" name="Text 4"/>
          <p:cNvSpPr/>
          <p:nvPr/>
        </p:nvSpPr>
        <p:spPr>
          <a:xfrm>
            <a:off x="2405160" y="3201120"/>
            <a:ext cx="10880280" cy="25956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400" spc="-1" strike="noStrike">
                <a:solidFill>
                  <a:srgbClr val="e5e0df"/>
                </a:solidFill>
                <a:latin typeface="Overpass"/>
                <a:ea typeface="Overpass"/>
              </a:rPr>
              <a:t>Noise reduction and normalisation</a:t>
            </a:r>
            <a:endParaRPr b="0" lang="en-IN" sz="1400" spc="-1" strike="noStrike">
              <a:solidFill>
                <a:srgbClr val="000000"/>
              </a:solidFill>
              <a:latin typeface="Arial"/>
            </a:endParaRPr>
          </a:p>
        </p:txBody>
      </p:sp>
      <p:pic>
        <p:nvPicPr>
          <p:cNvPr id="98" name="Image 2" descr="preencoded.png"/>
          <p:cNvPicPr/>
          <p:nvPr/>
        </p:nvPicPr>
        <p:blipFill>
          <a:blip r:embed="rId3"/>
          <a:stretch/>
        </p:blipFill>
        <p:spPr>
          <a:xfrm>
            <a:off x="1344600" y="3765240"/>
            <a:ext cx="919080" cy="1103040"/>
          </a:xfrm>
          <a:prstGeom prst="rect">
            <a:avLst/>
          </a:prstGeom>
          <a:ln w="0">
            <a:noFill/>
          </a:ln>
        </p:spPr>
      </p:pic>
      <p:sp>
        <p:nvSpPr>
          <p:cNvPr id="99" name="Text 5"/>
          <p:cNvSpPr/>
          <p:nvPr/>
        </p:nvSpPr>
        <p:spPr>
          <a:xfrm>
            <a:off x="2405160" y="3949200"/>
            <a:ext cx="2162880" cy="27000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1" lang="en-US" sz="1700" spc="-1" strike="noStrike">
                <a:solidFill>
                  <a:srgbClr val="e5e0df"/>
                </a:solidFill>
                <a:latin typeface="Overpass Bold"/>
                <a:ea typeface="Overpass Bold"/>
              </a:rPr>
              <a:t>Inference Engine</a:t>
            </a:r>
            <a:endParaRPr b="0" lang="en-IN" sz="1700" spc="-1" strike="noStrike">
              <a:solidFill>
                <a:srgbClr val="000000"/>
              </a:solidFill>
              <a:latin typeface="Arial"/>
            </a:endParaRPr>
          </a:p>
        </p:txBody>
      </p:sp>
      <p:sp>
        <p:nvSpPr>
          <p:cNvPr id="100" name="Text 6"/>
          <p:cNvSpPr/>
          <p:nvPr/>
        </p:nvSpPr>
        <p:spPr>
          <a:xfrm>
            <a:off x="2405160" y="4304160"/>
            <a:ext cx="10880280" cy="25956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400" spc="-1" strike="noStrike">
                <a:solidFill>
                  <a:srgbClr val="e5e0df"/>
                </a:solidFill>
                <a:latin typeface="Overpass"/>
                <a:ea typeface="Overpass"/>
              </a:rPr>
              <a:t>ML-based latent skill extraction</a:t>
            </a:r>
            <a:endParaRPr b="0" lang="en-IN" sz="1400" spc="-1" strike="noStrike">
              <a:solidFill>
                <a:srgbClr val="000000"/>
              </a:solidFill>
              <a:latin typeface="Arial"/>
            </a:endParaRPr>
          </a:p>
        </p:txBody>
      </p:sp>
      <p:pic>
        <p:nvPicPr>
          <p:cNvPr id="101" name="Image 3" descr="preencoded.png"/>
          <p:cNvPicPr/>
          <p:nvPr/>
        </p:nvPicPr>
        <p:blipFill>
          <a:blip r:embed="rId4"/>
          <a:stretch/>
        </p:blipFill>
        <p:spPr>
          <a:xfrm>
            <a:off x="1344600" y="4868640"/>
            <a:ext cx="919080" cy="1103040"/>
          </a:xfrm>
          <a:prstGeom prst="rect">
            <a:avLst/>
          </a:prstGeom>
          <a:ln w="0">
            <a:noFill/>
          </a:ln>
        </p:spPr>
      </p:pic>
      <p:sp>
        <p:nvSpPr>
          <p:cNvPr id="102" name="Text 7"/>
          <p:cNvSpPr/>
          <p:nvPr/>
        </p:nvSpPr>
        <p:spPr>
          <a:xfrm>
            <a:off x="2405160" y="5052240"/>
            <a:ext cx="2162880" cy="27000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1" lang="en-US" sz="1700" spc="-1" strike="noStrike">
                <a:solidFill>
                  <a:srgbClr val="e5e0df"/>
                </a:solidFill>
                <a:latin typeface="Overpass Bold"/>
                <a:ea typeface="Overpass Bold"/>
              </a:rPr>
              <a:t>Aggregation</a:t>
            </a:r>
            <a:endParaRPr b="0" lang="en-IN" sz="1700" spc="-1" strike="noStrike">
              <a:solidFill>
                <a:srgbClr val="000000"/>
              </a:solidFill>
              <a:latin typeface="Arial"/>
            </a:endParaRPr>
          </a:p>
        </p:txBody>
      </p:sp>
      <p:sp>
        <p:nvSpPr>
          <p:cNvPr id="103" name="Text 8"/>
          <p:cNvSpPr/>
          <p:nvPr/>
        </p:nvSpPr>
        <p:spPr>
          <a:xfrm>
            <a:off x="2405160" y="5407560"/>
            <a:ext cx="10880280" cy="25956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400" spc="-1" strike="noStrike">
                <a:solidFill>
                  <a:srgbClr val="e5e0df"/>
                </a:solidFill>
                <a:latin typeface="Overpass"/>
                <a:ea typeface="Overpass"/>
              </a:rPr>
              <a:t>Regional and temporal analysis</a:t>
            </a:r>
            <a:endParaRPr b="0" lang="en-IN" sz="1400" spc="-1" strike="noStrike">
              <a:solidFill>
                <a:srgbClr val="000000"/>
              </a:solidFill>
              <a:latin typeface="Arial"/>
            </a:endParaRPr>
          </a:p>
        </p:txBody>
      </p:sp>
      <p:pic>
        <p:nvPicPr>
          <p:cNvPr id="104" name="Image 4" descr="preencoded.png"/>
          <p:cNvPicPr/>
          <p:nvPr/>
        </p:nvPicPr>
        <p:blipFill>
          <a:blip r:embed="rId5"/>
          <a:stretch/>
        </p:blipFill>
        <p:spPr>
          <a:xfrm>
            <a:off x="1344600" y="5971680"/>
            <a:ext cx="919080" cy="1103040"/>
          </a:xfrm>
          <a:prstGeom prst="rect">
            <a:avLst/>
          </a:prstGeom>
          <a:ln w="0">
            <a:noFill/>
          </a:ln>
        </p:spPr>
      </p:pic>
      <p:sp>
        <p:nvSpPr>
          <p:cNvPr id="105" name="Text 9"/>
          <p:cNvSpPr/>
          <p:nvPr/>
        </p:nvSpPr>
        <p:spPr>
          <a:xfrm>
            <a:off x="2405160" y="6155640"/>
            <a:ext cx="2162880" cy="270000"/>
          </a:xfrm>
          <a:prstGeom prst="rect">
            <a:avLst/>
          </a:prstGeom>
          <a:noFill/>
          <a:ln w="0">
            <a:noFill/>
          </a:ln>
        </p:spPr>
        <p:style>
          <a:lnRef idx="0"/>
          <a:fillRef idx="0"/>
          <a:effectRef idx="0"/>
          <a:fontRef idx="minor"/>
        </p:style>
        <p:txBody>
          <a:bodyPr wrap="none" lIns="0" rIns="0" tIns="0" bIns="0" anchor="t">
            <a:noAutofit/>
          </a:bodyPr>
          <a:p>
            <a:pPr>
              <a:lnSpc>
                <a:spcPts val="2100"/>
              </a:lnSpc>
              <a:tabLst>
                <a:tab algn="l" pos="0"/>
              </a:tabLst>
            </a:pPr>
            <a:r>
              <a:rPr b="1" lang="en-US" sz="1700" spc="-1" strike="noStrike">
                <a:solidFill>
                  <a:srgbClr val="e5e0df"/>
                </a:solidFill>
                <a:latin typeface="Overpass Bold"/>
                <a:ea typeface="Overpass Bold"/>
              </a:rPr>
              <a:t>Insights</a:t>
            </a:r>
            <a:endParaRPr b="0" lang="en-IN" sz="1700" spc="-1" strike="noStrike">
              <a:solidFill>
                <a:srgbClr val="000000"/>
              </a:solidFill>
              <a:latin typeface="Arial"/>
            </a:endParaRPr>
          </a:p>
        </p:txBody>
      </p:sp>
      <p:sp>
        <p:nvSpPr>
          <p:cNvPr id="106" name="Text 10"/>
          <p:cNvSpPr/>
          <p:nvPr/>
        </p:nvSpPr>
        <p:spPr>
          <a:xfrm>
            <a:off x="2405160" y="6510600"/>
            <a:ext cx="10880280" cy="25956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400" spc="-1" strike="noStrike">
                <a:solidFill>
                  <a:srgbClr val="e5e0df"/>
                </a:solidFill>
                <a:latin typeface="Overpass"/>
                <a:ea typeface="Overpass"/>
              </a:rPr>
              <a:t>Interpretable visualisations</a:t>
            </a:r>
            <a:endParaRPr b="0" lang="en-IN" sz="1400" spc="-1" strike="noStrike">
              <a:solidFill>
                <a:srgbClr val="000000"/>
              </a:solidFill>
              <a:latin typeface="Arial"/>
            </a:endParaRPr>
          </a:p>
        </p:txBody>
      </p:sp>
      <p:sp>
        <p:nvSpPr>
          <p:cNvPr id="107" name="Text 11"/>
          <p:cNvSpPr/>
          <p:nvPr/>
        </p:nvSpPr>
        <p:spPr>
          <a:xfrm>
            <a:off x="1344600" y="7233840"/>
            <a:ext cx="11940840" cy="25956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400" spc="-1" strike="noStrike">
                <a:solidFill>
                  <a:srgbClr val="e5e0df"/>
                </a:solidFill>
                <a:latin typeface="Overpass"/>
                <a:ea typeface="Overpass"/>
              </a:rPr>
              <a:t>The focus is on </a:t>
            </a:r>
            <a:r>
              <a:rPr b="1" lang="en-US" sz="1400" spc="-1" strike="noStrike">
                <a:solidFill>
                  <a:srgbClr val="e5e0df"/>
                </a:solidFill>
                <a:latin typeface="Overpass"/>
                <a:ea typeface="Overpass"/>
              </a:rPr>
              <a:t>inference and insight</a:t>
            </a:r>
            <a:r>
              <a:rPr b="0" lang="en-US" sz="1400" spc="-1" strike="noStrike">
                <a:solidFill>
                  <a:srgbClr val="e5e0df"/>
                </a:solidFill>
                <a:latin typeface="Overpass"/>
                <a:ea typeface="Overpass"/>
              </a:rPr>
              <a:t>, not raw data reporting. Each stage transforms noisy signals into actionable intelligence.</a:t>
            </a:r>
            <a:endParaRPr b="0" lang="en-IN" sz="1400" spc="-1" strike="noStrike">
              <a:solidFill>
                <a:srgbClr val="000000"/>
              </a:solidFill>
              <a:latin typeface="Arial"/>
            </a:endParaRPr>
          </a:p>
        </p:txBody>
      </p:sp>
      <p:pic>
        <p:nvPicPr>
          <p:cNvPr id="108" name="" descr=""/>
          <p:cNvPicPr/>
          <p:nvPr/>
        </p:nvPicPr>
        <p:blipFill>
          <a:blip r:embed="rId6"/>
          <a:stretch/>
        </p:blipFill>
        <p:spPr>
          <a:xfrm>
            <a:off x="12780000" y="7740000"/>
            <a:ext cx="1800000" cy="4377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Text 0"/>
          <p:cNvSpPr/>
          <p:nvPr/>
        </p:nvSpPr>
        <p:spPr>
          <a:xfrm>
            <a:off x="862560" y="553680"/>
            <a:ext cx="4675320" cy="583920"/>
          </a:xfrm>
          <a:prstGeom prst="rect">
            <a:avLst/>
          </a:prstGeom>
          <a:noFill/>
          <a:ln w="0">
            <a:noFill/>
          </a:ln>
        </p:spPr>
        <p:style>
          <a:lnRef idx="0"/>
          <a:fillRef idx="0"/>
          <a:effectRef idx="0"/>
          <a:fontRef idx="minor"/>
        </p:style>
        <p:txBody>
          <a:bodyPr wrap="none" lIns="0" rIns="0" tIns="0" bIns="0" anchor="t">
            <a:noAutofit/>
          </a:bodyPr>
          <a:p>
            <a:pPr>
              <a:lnSpc>
                <a:spcPts val="4601"/>
              </a:lnSpc>
              <a:tabLst>
                <a:tab algn="l" pos="0"/>
              </a:tabLst>
            </a:pPr>
            <a:r>
              <a:rPr b="1" lang="en-US" sz="3650" spc="-1" strike="noStrike">
                <a:solidFill>
                  <a:srgbClr val="ffffff"/>
                </a:solidFill>
                <a:latin typeface="Overpass Bold"/>
                <a:ea typeface="Overpass Bold"/>
              </a:rPr>
              <a:t>The Core Engine</a:t>
            </a:r>
            <a:endParaRPr b="0" lang="en-IN" sz="3650" spc="-1" strike="noStrike">
              <a:solidFill>
                <a:srgbClr val="000000"/>
              </a:solidFill>
              <a:latin typeface="Arial"/>
            </a:endParaRPr>
          </a:p>
        </p:txBody>
      </p:sp>
      <p:sp>
        <p:nvSpPr>
          <p:cNvPr id="110" name="Text 1"/>
          <p:cNvSpPr/>
          <p:nvPr/>
        </p:nvSpPr>
        <p:spPr>
          <a:xfrm>
            <a:off x="862560" y="1203840"/>
            <a:ext cx="2337480" cy="29196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00" spc="-1" strike="noStrike">
                <a:solidFill>
                  <a:srgbClr val="ffffff"/>
                </a:solidFill>
                <a:latin typeface="Overpass Bold"/>
                <a:ea typeface="Overpass Bold"/>
              </a:rPr>
              <a:t>Latent Skill Inference</a:t>
            </a:r>
            <a:endParaRPr b="0" lang="en-IN" sz="1800" spc="-1" strike="noStrike">
              <a:solidFill>
                <a:srgbClr val="000000"/>
              </a:solidFill>
              <a:latin typeface="Arial"/>
            </a:endParaRPr>
          </a:p>
        </p:txBody>
      </p:sp>
      <p:pic>
        <p:nvPicPr>
          <p:cNvPr id="111" name="Image 0" descr="preencoded.png"/>
          <p:cNvPicPr/>
          <p:nvPr/>
        </p:nvPicPr>
        <p:blipFill>
          <a:blip r:embed="rId1"/>
          <a:stretch/>
        </p:blipFill>
        <p:spPr>
          <a:xfrm>
            <a:off x="937080" y="1929240"/>
            <a:ext cx="8069400" cy="5560920"/>
          </a:xfrm>
          <a:prstGeom prst="rect">
            <a:avLst/>
          </a:prstGeom>
          <a:ln w="0">
            <a:noFill/>
          </a:ln>
        </p:spPr>
      </p:pic>
      <p:sp>
        <p:nvSpPr>
          <p:cNvPr id="112" name="Text 2"/>
          <p:cNvSpPr/>
          <p:nvPr/>
        </p:nvSpPr>
        <p:spPr>
          <a:xfrm>
            <a:off x="1139040" y="5389560"/>
            <a:ext cx="2205000" cy="275760"/>
          </a:xfrm>
          <a:prstGeom prst="rect">
            <a:avLst/>
          </a:prstGeom>
          <a:noFill/>
          <a:ln w="0">
            <a:noFill/>
          </a:ln>
        </p:spPr>
        <p:style>
          <a:lnRef idx="0"/>
          <a:fillRef idx="0"/>
          <a:effectRef idx="0"/>
          <a:fontRef idx="minor"/>
        </p:style>
        <p:txBody>
          <a:bodyPr wrap="none" lIns="0" rIns="0" tIns="0" bIns="0" anchor="t">
            <a:noAutofit/>
          </a:bodyPr>
          <a:p>
            <a:pPr algn="ctr">
              <a:lnSpc>
                <a:spcPts val="1551"/>
              </a:lnSpc>
              <a:tabLst>
                <a:tab algn="l" pos="0"/>
              </a:tabLst>
            </a:pPr>
            <a:r>
              <a:rPr b="1" lang="en-US" sz="1250" spc="-1" strike="noStrike">
                <a:solidFill>
                  <a:srgbClr val="e5e0df"/>
                </a:solidFill>
                <a:latin typeface="Overpass Bold"/>
                <a:ea typeface="Overpass Bold"/>
              </a:rPr>
              <a:t>Behaviors</a:t>
            </a:r>
            <a:endParaRPr b="0" lang="en-IN" sz="1250" spc="-1" strike="noStrike">
              <a:solidFill>
                <a:srgbClr val="000000"/>
              </a:solidFill>
              <a:latin typeface="Arial"/>
            </a:endParaRPr>
          </a:p>
        </p:txBody>
      </p:sp>
      <p:pic>
        <p:nvPicPr>
          <p:cNvPr id="113" name="Image 1" descr="preencoded.png"/>
          <p:cNvPicPr/>
          <p:nvPr/>
        </p:nvPicPr>
        <p:blipFill>
          <a:blip r:embed="rId2">
            <a:extLst>
              <a:ext uri="{96DAC541-7B7A-43D3-8B79-37D633B846F1}">
                <asvg:svgBlip xmlns:asvg="http://schemas.microsoft.com/office/drawing/2016/SVG/main" r:embed="rId3"/>
              </a:ext>
            </a:extLst>
          </a:blip>
          <a:stretch/>
        </p:blipFill>
        <p:spPr>
          <a:xfrm>
            <a:off x="2080800" y="3972960"/>
            <a:ext cx="522000" cy="522000"/>
          </a:xfrm>
          <a:prstGeom prst="rect">
            <a:avLst/>
          </a:prstGeom>
          <a:ln w="0">
            <a:noFill/>
          </a:ln>
        </p:spPr>
      </p:pic>
      <p:sp>
        <p:nvSpPr>
          <p:cNvPr id="114" name="Text 3"/>
          <p:cNvSpPr/>
          <p:nvPr/>
        </p:nvSpPr>
        <p:spPr>
          <a:xfrm>
            <a:off x="3051000" y="3071880"/>
            <a:ext cx="2211120" cy="275760"/>
          </a:xfrm>
          <a:prstGeom prst="rect">
            <a:avLst/>
          </a:prstGeom>
          <a:noFill/>
          <a:ln w="0">
            <a:noFill/>
          </a:ln>
        </p:spPr>
        <p:style>
          <a:lnRef idx="0"/>
          <a:fillRef idx="0"/>
          <a:effectRef idx="0"/>
          <a:fontRef idx="minor"/>
        </p:style>
        <p:txBody>
          <a:bodyPr wrap="none" lIns="0" rIns="0" tIns="0" bIns="0" anchor="t">
            <a:noAutofit/>
          </a:bodyPr>
          <a:p>
            <a:pPr algn="ctr">
              <a:lnSpc>
                <a:spcPts val="1551"/>
              </a:lnSpc>
              <a:tabLst>
                <a:tab algn="l" pos="0"/>
              </a:tabLst>
            </a:pPr>
            <a:r>
              <a:rPr b="1" lang="en-US" sz="1250" spc="-1" strike="noStrike">
                <a:solidFill>
                  <a:srgbClr val="e5e0df"/>
                </a:solidFill>
                <a:latin typeface="Overpass Bold"/>
                <a:ea typeface="Overpass Bold"/>
              </a:rPr>
              <a:t>Neural Encoding</a:t>
            </a:r>
            <a:endParaRPr b="0" lang="en-IN" sz="1250" spc="-1" strike="noStrike">
              <a:solidFill>
                <a:srgbClr val="000000"/>
              </a:solidFill>
              <a:latin typeface="Arial"/>
            </a:endParaRPr>
          </a:p>
        </p:txBody>
      </p:sp>
      <p:pic>
        <p:nvPicPr>
          <p:cNvPr id="115" name="Image 2" descr="preencoded.png"/>
          <p:cNvPicPr/>
          <p:nvPr/>
        </p:nvPicPr>
        <p:blipFill>
          <a:blip r:embed="rId4">
            <a:extLst>
              <a:ext uri="{96DAC541-7B7A-43D3-8B79-37D633B846F1}">
                <asvg:svgBlip xmlns:asvg="http://schemas.microsoft.com/office/drawing/2016/SVG/main" r:embed="rId5"/>
              </a:ext>
            </a:extLst>
          </a:blip>
          <a:stretch/>
        </p:blipFill>
        <p:spPr>
          <a:xfrm>
            <a:off x="3731760" y="4291200"/>
            <a:ext cx="522000" cy="522000"/>
          </a:xfrm>
          <a:prstGeom prst="rect">
            <a:avLst/>
          </a:prstGeom>
          <a:ln w="0">
            <a:noFill/>
          </a:ln>
        </p:spPr>
      </p:pic>
      <p:sp>
        <p:nvSpPr>
          <p:cNvPr id="116" name="Text 4"/>
          <p:cNvSpPr/>
          <p:nvPr/>
        </p:nvSpPr>
        <p:spPr>
          <a:xfrm>
            <a:off x="4546800" y="6073560"/>
            <a:ext cx="2205000" cy="275760"/>
          </a:xfrm>
          <a:prstGeom prst="rect">
            <a:avLst/>
          </a:prstGeom>
          <a:noFill/>
          <a:ln w="0">
            <a:noFill/>
          </a:ln>
        </p:spPr>
        <p:style>
          <a:lnRef idx="0"/>
          <a:fillRef idx="0"/>
          <a:effectRef idx="0"/>
          <a:fontRef idx="minor"/>
        </p:style>
        <p:txBody>
          <a:bodyPr wrap="none" lIns="0" rIns="0" tIns="0" bIns="0" anchor="t">
            <a:noAutofit/>
          </a:bodyPr>
          <a:p>
            <a:pPr algn="ctr">
              <a:lnSpc>
                <a:spcPts val="1551"/>
              </a:lnSpc>
              <a:tabLst>
                <a:tab algn="l" pos="0"/>
              </a:tabLst>
            </a:pPr>
            <a:r>
              <a:rPr b="1" lang="en-US" sz="1250" spc="-1" strike="noStrike">
                <a:solidFill>
                  <a:srgbClr val="e5e0df"/>
                </a:solidFill>
                <a:latin typeface="Overpass Bold"/>
                <a:ea typeface="Overpass Bold"/>
              </a:rPr>
              <a:t>Latent Embeddings</a:t>
            </a:r>
            <a:endParaRPr b="0" lang="en-IN" sz="1250" spc="-1" strike="noStrike">
              <a:solidFill>
                <a:srgbClr val="000000"/>
              </a:solidFill>
              <a:latin typeface="Arial"/>
            </a:endParaRPr>
          </a:p>
        </p:txBody>
      </p:sp>
      <p:pic>
        <p:nvPicPr>
          <p:cNvPr id="117" name="Image 3" descr="preencoded.png"/>
          <p:cNvPicPr/>
          <p:nvPr/>
        </p:nvPicPr>
        <p:blipFill>
          <a:blip r:embed="rId6">
            <a:extLst>
              <a:ext uri="{96DAC541-7B7A-43D3-8B79-37D633B846F1}">
                <asvg:svgBlip xmlns:asvg="http://schemas.microsoft.com/office/drawing/2016/SVG/main" r:embed="rId7"/>
              </a:ext>
            </a:extLst>
          </a:blip>
          <a:stretch/>
        </p:blipFill>
        <p:spPr>
          <a:xfrm>
            <a:off x="5382360" y="4609800"/>
            <a:ext cx="522000" cy="522000"/>
          </a:xfrm>
          <a:prstGeom prst="rect">
            <a:avLst/>
          </a:prstGeom>
          <a:ln w="0">
            <a:noFill/>
          </a:ln>
        </p:spPr>
      </p:pic>
      <p:sp>
        <p:nvSpPr>
          <p:cNvPr id="118" name="Text 5"/>
          <p:cNvSpPr/>
          <p:nvPr/>
        </p:nvSpPr>
        <p:spPr>
          <a:xfrm>
            <a:off x="6504480" y="3686400"/>
            <a:ext cx="2205000" cy="275760"/>
          </a:xfrm>
          <a:prstGeom prst="rect">
            <a:avLst/>
          </a:prstGeom>
          <a:noFill/>
          <a:ln w="0">
            <a:noFill/>
          </a:ln>
        </p:spPr>
        <p:style>
          <a:lnRef idx="0"/>
          <a:fillRef idx="0"/>
          <a:effectRef idx="0"/>
          <a:fontRef idx="minor"/>
        </p:style>
        <p:txBody>
          <a:bodyPr wrap="none" lIns="0" rIns="0" tIns="0" bIns="0" anchor="t">
            <a:noAutofit/>
          </a:bodyPr>
          <a:p>
            <a:pPr algn="ctr">
              <a:lnSpc>
                <a:spcPts val="1551"/>
              </a:lnSpc>
              <a:tabLst>
                <a:tab algn="l" pos="0"/>
              </a:tabLst>
            </a:pPr>
            <a:r>
              <a:rPr b="1" lang="en-US" sz="1250" spc="-1" strike="noStrike">
                <a:solidFill>
                  <a:srgbClr val="e5e0df"/>
                </a:solidFill>
                <a:latin typeface="Overpass Bold"/>
                <a:ea typeface="Overpass Bold"/>
              </a:rPr>
              <a:t>Skill Genome</a:t>
            </a:r>
            <a:endParaRPr b="0" lang="en-IN" sz="1250" spc="-1" strike="noStrike">
              <a:solidFill>
                <a:srgbClr val="000000"/>
              </a:solidFill>
              <a:latin typeface="Arial"/>
            </a:endParaRPr>
          </a:p>
        </p:txBody>
      </p:sp>
      <p:pic>
        <p:nvPicPr>
          <p:cNvPr id="119" name="Image 4" descr="preencoded.png"/>
          <p:cNvPicPr/>
          <p:nvPr/>
        </p:nvPicPr>
        <p:blipFill>
          <a:blip r:embed="rId8">
            <a:extLst>
              <a:ext uri="{96DAC541-7B7A-43D3-8B79-37D633B846F1}">
                <asvg:svgBlip xmlns:asvg="http://schemas.microsoft.com/office/drawing/2016/SVG/main" r:embed="rId9"/>
              </a:ext>
            </a:extLst>
          </a:blip>
          <a:stretch/>
        </p:blipFill>
        <p:spPr>
          <a:xfrm>
            <a:off x="7139520" y="4951440"/>
            <a:ext cx="522000" cy="522000"/>
          </a:xfrm>
          <a:prstGeom prst="rect">
            <a:avLst/>
          </a:prstGeom>
          <a:ln w="0">
            <a:noFill/>
          </a:ln>
        </p:spPr>
      </p:pic>
      <p:sp>
        <p:nvSpPr>
          <p:cNvPr id="120" name="Text 6"/>
          <p:cNvSpPr/>
          <p:nvPr/>
        </p:nvSpPr>
        <p:spPr>
          <a:xfrm>
            <a:off x="9573480" y="3181320"/>
            <a:ext cx="4201200" cy="116316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550" spc="-1" strike="noStrike">
                <a:solidFill>
                  <a:srgbClr val="e5e0df"/>
                </a:solidFill>
                <a:latin typeface="Overpass"/>
                <a:ea typeface="Overpass"/>
              </a:rPr>
              <a:t>Skills are not directly observable. The system uses a neural encoding model to learn </a:t>
            </a:r>
            <a:r>
              <a:rPr b="1" lang="en-US" sz="1550" spc="-1" strike="noStrike">
                <a:solidFill>
                  <a:srgbClr val="e5e0df"/>
                </a:solidFill>
                <a:latin typeface="Overpass"/>
                <a:ea typeface="Overpass"/>
              </a:rPr>
              <a:t>latent skill embeddings</a:t>
            </a:r>
            <a:r>
              <a:rPr b="0" lang="en-US" sz="1550" spc="-1" strike="noStrike">
                <a:solidFill>
                  <a:srgbClr val="e5e0df"/>
                </a:solidFill>
                <a:latin typeface="Overpass"/>
                <a:ea typeface="Overpass"/>
              </a:rPr>
              <a:t> from behavioural patterns whilst reducing noise and anomalous signals.</a:t>
            </a:r>
            <a:endParaRPr b="0" lang="en-IN" sz="1550" spc="-1" strike="noStrike">
              <a:solidFill>
                <a:srgbClr val="000000"/>
              </a:solidFill>
              <a:latin typeface="Arial"/>
            </a:endParaRPr>
          </a:p>
        </p:txBody>
      </p:sp>
      <p:sp>
        <p:nvSpPr>
          <p:cNvPr id="121" name="Text 7"/>
          <p:cNvSpPr/>
          <p:nvPr/>
        </p:nvSpPr>
        <p:spPr>
          <a:xfrm>
            <a:off x="9573480" y="4493160"/>
            <a:ext cx="4201200" cy="174492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550" spc="-1" strike="noStrike">
                <a:solidFill>
                  <a:srgbClr val="e5e0df"/>
                </a:solidFill>
                <a:latin typeface="Overpass"/>
                <a:ea typeface="Overpass"/>
              </a:rPr>
              <a:t>These embeddings form the </a:t>
            </a:r>
            <a:r>
              <a:rPr b="1" lang="en-US" sz="1550" spc="-1" strike="noStrike">
                <a:solidFill>
                  <a:srgbClr val="e5e0df"/>
                </a:solidFill>
                <a:latin typeface="Overpass"/>
                <a:ea typeface="Overpass"/>
              </a:rPr>
              <a:t>Skill Genome layer</a:t>
            </a:r>
            <a:r>
              <a:rPr b="0" lang="en-US" sz="1550" spc="-1" strike="noStrike">
                <a:solidFill>
                  <a:srgbClr val="e5e0df"/>
                </a:solidFill>
                <a:latin typeface="Overpass"/>
                <a:ea typeface="Overpass"/>
              </a:rPr>
              <a:t>, representing underlying capability rather than surface-level activity. This approach captures tacit knowledge, informal expertise, and emerging competencies that traditional metrics miss entirely.</a:t>
            </a:r>
            <a:endParaRPr b="0" lang="en-IN" sz="1550" spc="-1" strike="noStrike">
              <a:solidFill>
                <a:srgbClr val="000000"/>
              </a:solidFill>
              <a:latin typeface="Arial"/>
            </a:endParaRPr>
          </a:p>
        </p:txBody>
      </p:sp>
      <p:pic>
        <p:nvPicPr>
          <p:cNvPr id="122" name="" descr=""/>
          <p:cNvPicPr/>
          <p:nvPr/>
        </p:nvPicPr>
        <p:blipFill>
          <a:blip r:embed="rId10"/>
          <a:stretch/>
        </p:blipFill>
        <p:spPr>
          <a:xfrm>
            <a:off x="12780000" y="7740000"/>
            <a:ext cx="1800000" cy="43776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Text 0"/>
          <p:cNvSpPr/>
          <p:nvPr/>
        </p:nvSpPr>
        <p:spPr>
          <a:xfrm>
            <a:off x="837720" y="1546200"/>
            <a:ext cx="6593040" cy="703800"/>
          </a:xfrm>
          <a:prstGeom prst="rect">
            <a:avLst/>
          </a:prstGeom>
          <a:noFill/>
          <a:ln w="0">
            <a:noFill/>
          </a:ln>
        </p:spPr>
        <p:style>
          <a:lnRef idx="0"/>
          <a:fillRef idx="0"/>
          <a:effectRef idx="0"/>
          <a:fontRef idx="minor"/>
        </p:style>
        <p:txBody>
          <a:bodyPr wrap="none" lIns="0" rIns="0" tIns="0" bIns="0" anchor="t">
            <a:noAutofit/>
          </a:bodyPr>
          <a:p>
            <a:pPr>
              <a:lnSpc>
                <a:spcPts val="5499"/>
              </a:lnSpc>
              <a:tabLst>
                <a:tab algn="l" pos="0"/>
              </a:tabLst>
            </a:pPr>
            <a:r>
              <a:rPr b="1" lang="en-US" sz="4400" spc="-1" strike="noStrike">
                <a:solidFill>
                  <a:srgbClr val="ffffff"/>
                </a:solidFill>
                <a:latin typeface="Overpass Bold"/>
                <a:ea typeface="Overpass Bold"/>
              </a:rPr>
              <a:t>From Inference to Impact</a:t>
            </a:r>
            <a:endParaRPr b="0" lang="en-IN" sz="4400" spc="-1" strike="noStrike">
              <a:solidFill>
                <a:srgbClr val="000000"/>
              </a:solidFill>
              <a:latin typeface="Arial"/>
            </a:endParaRPr>
          </a:p>
        </p:txBody>
      </p:sp>
      <p:sp>
        <p:nvSpPr>
          <p:cNvPr id="124" name="Text 1"/>
          <p:cNvSpPr/>
          <p:nvPr/>
        </p:nvSpPr>
        <p:spPr>
          <a:xfrm>
            <a:off x="837720" y="2728800"/>
            <a:ext cx="239040" cy="298800"/>
          </a:xfrm>
          <a:prstGeom prst="rect">
            <a:avLst/>
          </a:prstGeom>
          <a:noFill/>
          <a:ln w="0">
            <a:noFill/>
          </a:ln>
        </p:spPr>
        <p:style>
          <a:lnRef idx="0"/>
          <a:fillRef idx="0"/>
          <a:effectRef idx="0"/>
          <a:fontRef idx="minor"/>
        </p:style>
        <p:txBody>
          <a:bodyPr wrap="none" lIns="0" rIns="0" tIns="0" bIns="0" anchor="t">
            <a:noAutofit/>
          </a:bodyPr>
          <a:p>
            <a:pPr>
              <a:lnSpc>
                <a:spcPts val="2999"/>
              </a:lnSpc>
              <a:tabLst>
                <a:tab algn="l" pos="0"/>
              </a:tabLst>
            </a:pPr>
            <a:r>
              <a:rPr b="0" lang="en-US" sz="1850" spc="-1" strike="noStrike">
                <a:solidFill>
                  <a:srgbClr val="e5e0df"/>
                </a:solidFill>
                <a:latin typeface="Overpass Light"/>
                <a:ea typeface="Overpass Light"/>
              </a:rPr>
              <a:t>01</a:t>
            </a:r>
            <a:endParaRPr b="0" lang="en-IN" sz="1850" spc="-1" strike="noStrike">
              <a:solidFill>
                <a:srgbClr val="000000"/>
              </a:solidFill>
              <a:latin typeface="Arial"/>
            </a:endParaRPr>
          </a:p>
        </p:txBody>
      </p:sp>
      <p:sp>
        <p:nvSpPr>
          <p:cNvPr id="125" name="Shape 2"/>
          <p:cNvSpPr/>
          <p:nvPr/>
        </p:nvSpPr>
        <p:spPr>
          <a:xfrm>
            <a:off x="837720" y="3105000"/>
            <a:ext cx="4158360" cy="30240"/>
          </a:xfrm>
          <a:prstGeom prst="rect">
            <a:avLst/>
          </a:prstGeom>
          <a:solidFill>
            <a:srgbClr val="f20374"/>
          </a:solidFill>
          <a:ln w="0">
            <a:noFill/>
          </a:ln>
        </p:spPr>
        <p:style>
          <a:lnRef idx="0"/>
          <a:fillRef idx="0"/>
          <a:effectRef idx="0"/>
          <a:fontRef idx="minor"/>
        </p:style>
        <p:txBody>
          <a:bodyPr lIns="90000" rIns="90000" tIns="-14400" bIns="-14400" anchor="t">
            <a:noAutofit/>
          </a:bodyPr>
          <a:p>
            <a:endParaRPr b="0" lang="en-IN" sz="1800" spc="-1" strike="noStrike">
              <a:solidFill>
                <a:srgbClr val="ffffff"/>
              </a:solidFill>
              <a:latin typeface="Arial"/>
            </a:endParaRPr>
          </a:p>
        </p:txBody>
      </p:sp>
      <p:sp>
        <p:nvSpPr>
          <p:cNvPr id="126" name="Text 3"/>
          <p:cNvSpPr/>
          <p:nvPr/>
        </p:nvSpPr>
        <p:spPr>
          <a:xfrm>
            <a:off x="837720" y="3285720"/>
            <a:ext cx="2827080" cy="351720"/>
          </a:xfrm>
          <a:prstGeom prst="rect">
            <a:avLst/>
          </a:prstGeom>
          <a:noFill/>
          <a:ln w="0">
            <a:noFill/>
          </a:ln>
        </p:spPr>
        <p:style>
          <a:lnRef idx="0"/>
          <a:fillRef idx="0"/>
          <a:effectRef idx="0"/>
          <a:fontRef idx="minor"/>
        </p:style>
        <p:txBody>
          <a:bodyPr wrap="none" lIns="0" rIns="0" tIns="0" bIns="0" anchor="t">
            <a:noAutofit/>
          </a:bodyPr>
          <a:p>
            <a:pPr>
              <a:lnSpc>
                <a:spcPts val="2750"/>
              </a:lnSpc>
              <a:tabLst>
                <a:tab algn="l" pos="0"/>
              </a:tabLst>
            </a:pPr>
            <a:r>
              <a:rPr b="1" lang="en-US" sz="2200" spc="-1" strike="noStrike">
                <a:solidFill>
                  <a:srgbClr val="e5e0df"/>
                </a:solidFill>
                <a:latin typeface="Overpass Bold"/>
                <a:ea typeface="Overpass Bold"/>
              </a:rPr>
              <a:t>Regional Aggregation</a:t>
            </a:r>
            <a:endParaRPr b="0" lang="en-IN" sz="2200" spc="-1" strike="noStrike">
              <a:solidFill>
                <a:srgbClr val="000000"/>
              </a:solidFill>
              <a:latin typeface="Arial"/>
            </a:endParaRPr>
          </a:p>
        </p:txBody>
      </p:sp>
      <p:sp>
        <p:nvSpPr>
          <p:cNvPr id="127" name="Text 4"/>
          <p:cNvSpPr/>
          <p:nvPr/>
        </p:nvSpPr>
        <p:spPr>
          <a:xfrm>
            <a:off x="837720" y="3781440"/>
            <a:ext cx="4158360" cy="153180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0" lang="en-US" sz="1850" spc="-1" strike="noStrike">
                <a:solidFill>
                  <a:srgbClr val="e5e0df"/>
                </a:solidFill>
                <a:latin typeface="Overpass"/>
                <a:ea typeface="Overpass"/>
              </a:rPr>
              <a:t>Embeddings are aggregated region-wise to reveal talent clusters and geographical concentrations of specific skill sets.</a:t>
            </a:r>
            <a:endParaRPr b="0" lang="en-IN" sz="1850" spc="-1" strike="noStrike">
              <a:solidFill>
                <a:srgbClr val="000000"/>
              </a:solidFill>
              <a:latin typeface="Arial"/>
            </a:endParaRPr>
          </a:p>
        </p:txBody>
      </p:sp>
      <p:sp>
        <p:nvSpPr>
          <p:cNvPr id="128" name="Text 5"/>
          <p:cNvSpPr/>
          <p:nvPr/>
        </p:nvSpPr>
        <p:spPr>
          <a:xfrm>
            <a:off x="5235840" y="2728800"/>
            <a:ext cx="239040" cy="298800"/>
          </a:xfrm>
          <a:prstGeom prst="rect">
            <a:avLst/>
          </a:prstGeom>
          <a:noFill/>
          <a:ln w="0">
            <a:noFill/>
          </a:ln>
        </p:spPr>
        <p:style>
          <a:lnRef idx="0"/>
          <a:fillRef idx="0"/>
          <a:effectRef idx="0"/>
          <a:fontRef idx="minor"/>
        </p:style>
        <p:txBody>
          <a:bodyPr wrap="none" lIns="0" rIns="0" tIns="0" bIns="0" anchor="t">
            <a:noAutofit/>
          </a:bodyPr>
          <a:p>
            <a:pPr>
              <a:lnSpc>
                <a:spcPts val="2999"/>
              </a:lnSpc>
              <a:tabLst>
                <a:tab algn="l" pos="0"/>
              </a:tabLst>
            </a:pPr>
            <a:r>
              <a:rPr b="0" lang="en-US" sz="1850" spc="-1" strike="noStrike">
                <a:solidFill>
                  <a:srgbClr val="e5e0df"/>
                </a:solidFill>
                <a:latin typeface="Overpass Light"/>
                <a:ea typeface="Overpass Light"/>
              </a:rPr>
              <a:t>02</a:t>
            </a:r>
            <a:endParaRPr b="0" lang="en-IN" sz="1850" spc="-1" strike="noStrike">
              <a:solidFill>
                <a:srgbClr val="000000"/>
              </a:solidFill>
              <a:latin typeface="Arial"/>
            </a:endParaRPr>
          </a:p>
        </p:txBody>
      </p:sp>
      <p:sp>
        <p:nvSpPr>
          <p:cNvPr id="129" name="Shape 6"/>
          <p:cNvSpPr/>
          <p:nvPr/>
        </p:nvSpPr>
        <p:spPr>
          <a:xfrm>
            <a:off x="5235840" y="3105000"/>
            <a:ext cx="4158360" cy="30240"/>
          </a:xfrm>
          <a:prstGeom prst="rect">
            <a:avLst/>
          </a:prstGeom>
          <a:solidFill>
            <a:srgbClr val="f20374"/>
          </a:solidFill>
          <a:ln w="0">
            <a:noFill/>
          </a:ln>
        </p:spPr>
        <p:style>
          <a:lnRef idx="0"/>
          <a:fillRef idx="0"/>
          <a:effectRef idx="0"/>
          <a:fontRef idx="minor"/>
        </p:style>
        <p:txBody>
          <a:bodyPr lIns="90000" rIns="90000" tIns="-14400" bIns="-14400" anchor="t">
            <a:noAutofit/>
          </a:bodyPr>
          <a:p>
            <a:endParaRPr b="0" lang="en-IN" sz="1800" spc="-1" strike="noStrike">
              <a:solidFill>
                <a:srgbClr val="ffffff"/>
              </a:solidFill>
              <a:latin typeface="Arial"/>
            </a:endParaRPr>
          </a:p>
        </p:txBody>
      </p:sp>
      <p:sp>
        <p:nvSpPr>
          <p:cNvPr id="130" name="Text 7"/>
          <p:cNvSpPr/>
          <p:nvPr/>
        </p:nvSpPr>
        <p:spPr>
          <a:xfrm>
            <a:off x="5235840" y="3285720"/>
            <a:ext cx="2815920" cy="351720"/>
          </a:xfrm>
          <a:prstGeom prst="rect">
            <a:avLst/>
          </a:prstGeom>
          <a:noFill/>
          <a:ln w="0">
            <a:noFill/>
          </a:ln>
        </p:spPr>
        <p:style>
          <a:lnRef idx="0"/>
          <a:fillRef idx="0"/>
          <a:effectRef idx="0"/>
          <a:fontRef idx="minor"/>
        </p:style>
        <p:txBody>
          <a:bodyPr wrap="none" lIns="0" rIns="0" tIns="0" bIns="0" anchor="t">
            <a:noAutofit/>
          </a:bodyPr>
          <a:p>
            <a:pPr>
              <a:lnSpc>
                <a:spcPts val="2750"/>
              </a:lnSpc>
              <a:tabLst>
                <a:tab algn="l" pos="0"/>
              </a:tabLst>
            </a:pPr>
            <a:r>
              <a:rPr b="1" lang="en-US" sz="2200" spc="-1" strike="noStrike">
                <a:solidFill>
                  <a:srgbClr val="e5e0df"/>
                </a:solidFill>
                <a:latin typeface="Overpass Bold"/>
                <a:ea typeface="Overpass Bold"/>
              </a:rPr>
              <a:t>Temporal Analysis</a:t>
            </a:r>
            <a:endParaRPr b="0" lang="en-IN" sz="2200" spc="-1" strike="noStrike">
              <a:solidFill>
                <a:srgbClr val="000000"/>
              </a:solidFill>
              <a:latin typeface="Arial"/>
            </a:endParaRPr>
          </a:p>
        </p:txBody>
      </p:sp>
      <p:sp>
        <p:nvSpPr>
          <p:cNvPr id="131" name="Text 8"/>
          <p:cNvSpPr/>
          <p:nvPr/>
        </p:nvSpPr>
        <p:spPr>
          <a:xfrm>
            <a:off x="5235840" y="3781440"/>
            <a:ext cx="4158360" cy="153180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0" lang="en-US" sz="1850" spc="-1" strike="noStrike">
                <a:solidFill>
                  <a:srgbClr val="e5e0df"/>
                </a:solidFill>
                <a:latin typeface="Overpass"/>
                <a:ea typeface="Overpass"/>
              </a:rPr>
              <a:t>Time-based analysis highlights emerging and declining skills, tracking how the skill landscape evolves quarter by quarter.</a:t>
            </a:r>
            <a:endParaRPr b="0" lang="en-IN" sz="1850" spc="-1" strike="noStrike">
              <a:solidFill>
                <a:srgbClr val="000000"/>
              </a:solidFill>
              <a:latin typeface="Arial"/>
            </a:endParaRPr>
          </a:p>
        </p:txBody>
      </p:sp>
      <p:sp>
        <p:nvSpPr>
          <p:cNvPr id="132" name="Text 9"/>
          <p:cNvSpPr/>
          <p:nvPr/>
        </p:nvSpPr>
        <p:spPr>
          <a:xfrm>
            <a:off x="9633960" y="2728800"/>
            <a:ext cx="239040" cy="298800"/>
          </a:xfrm>
          <a:prstGeom prst="rect">
            <a:avLst/>
          </a:prstGeom>
          <a:noFill/>
          <a:ln w="0">
            <a:noFill/>
          </a:ln>
        </p:spPr>
        <p:style>
          <a:lnRef idx="0"/>
          <a:fillRef idx="0"/>
          <a:effectRef idx="0"/>
          <a:fontRef idx="minor"/>
        </p:style>
        <p:txBody>
          <a:bodyPr wrap="none" lIns="0" rIns="0" tIns="0" bIns="0" anchor="t">
            <a:noAutofit/>
          </a:bodyPr>
          <a:p>
            <a:pPr>
              <a:lnSpc>
                <a:spcPts val="2999"/>
              </a:lnSpc>
              <a:tabLst>
                <a:tab algn="l" pos="0"/>
              </a:tabLst>
            </a:pPr>
            <a:r>
              <a:rPr b="0" lang="en-US" sz="1850" spc="-1" strike="noStrike">
                <a:solidFill>
                  <a:srgbClr val="e5e0df"/>
                </a:solidFill>
                <a:latin typeface="Overpass Light"/>
                <a:ea typeface="Overpass Light"/>
              </a:rPr>
              <a:t>03</a:t>
            </a:r>
            <a:endParaRPr b="0" lang="en-IN" sz="1850" spc="-1" strike="noStrike">
              <a:solidFill>
                <a:srgbClr val="000000"/>
              </a:solidFill>
              <a:latin typeface="Arial"/>
            </a:endParaRPr>
          </a:p>
        </p:txBody>
      </p:sp>
      <p:sp>
        <p:nvSpPr>
          <p:cNvPr id="133" name="Shape 10"/>
          <p:cNvSpPr/>
          <p:nvPr/>
        </p:nvSpPr>
        <p:spPr>
          <a:xfrm>
            <a:off x="9633960" y="3105000"/>
            <a:ext cx="4158360" cy="30240"/>
          </a:xfrm>
          <a:prstGeom prst="rect">
            <a:avLst/>
          </a:prstGeom>
          <a:solidFill>
            <a:srgbClr val="f20374"/>
          </a:solidFill>
          <a:ln w="0">
            <a:noFill/>
          </a:ln>
        </p:spPr>
        <p:style>
          <a:lnRef idx="0"/>
          <a:fillRef idx="0"/>
          <a:effectRef idx="0"/>
          <a:fontRef idx="minor"/>
        </p:style>
        <p:txBody>
          <a:bodyPr lIns="90000" rIns="90000" tIns="-14400" bIns="-14400" anchor="t">
            <a:noAutofit/>
          </a:bodyPr>
          <a:p>
            <a:endParaRPr b="0" lang="en-IN" sz="1800" spc="-1" strike="noStrike">
              <a:solidFill>
                <a:srgbClr val="ffffff"/>
              </a:solidFill>
              <a:latin typeface="Arial"/>
            </a:endParaRPr>
          </a:p>
        </p:txBody>
      </p:sp>
      <p:sp>
        <p:nvSpPr>
          <p:cNvPr id="134" name="Text 11"/>
          <p:cNvSpPr/>
          <p:nvPr/>
        </p:nvSpPr>
        <p:spPr>
          <a:xfrm>
            <a:off x="9633960" y="3285720"/>
            <a:ext cx="2815920" cy="351720"/>
          </a:xfrm>
          <a:prstGeom prst="rect">
            <a:avLst/>
          </a:prstGeom>
          <a:noFill/>
          <a:ln w="0">
            <a:noFill/>
          </a:ln>
        </p:spPr>
        <p:style>
          <a:lnRef idx="0"/>
          <a:fillRef idx="0"/>
          <a:effectRef idx="0"/>
          <a:fontRef idx="minor"/>
        </p:style>
        <p:txBody>
          <a:bodyPr wrap="none" lIns="0" rIns="0" tIns="0" bIns="0" anchor="t">
            <a:noAutofit/>
          </a:bodyPr>
          <a:p>
            <a:pPr>
              <a:lnSpc>
                <a:spcPts val="2750"/>
              </a:lnSpc>
              <a:tabLst>
                <a:tab algn="l" pos="0"/>
              </a:tabLst>
            </a:pPr>
            <a:r>
              <a:rPr b="1" lang="en-US" sz="2200" spc="-1" strike="noStrike">
                <a:solidFill>
                  <a:srgbClr val="e5e0df"/>
                </a:solidFill>
                <a:latin typeface="Overpass Bold"/>
                <a:ea typeface="Overpass Bold"/>
              </a:rPr>
              <a:t>Gap Detection</a:t>
            </a:r>
            <a:endParaRPr b="0" lang="en-IN" sz="2200" spc="-1" strike="noStrike">
              <a:solidFill>
                <a:srgbClr val="000000"/>
              </a:solidFill>
              <a:latin typeface="Arial"/>
            </a:endParaRPr>
          </a:p>
        </p:txBody>
      </p:sp>
      <p:sp>
        <p:nvSpPr>
          <p:cNvPr id="135" name="Text 12"/>
          <p:cNvSpPr/>
          <p:nvPr/>
        </p:nvSpPr>
        <p:spPr>
          <a:xfrm>
            <a:off x="9633960" y="3781440"/>
            <a:ext cx="4158360" cy="153180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0" lang="en-US" sz="1850" spc="-1" strike="noStrike">
                <a:solidFill>
                  <a:srgbClr val="e5e0df"/>
                </a:solidFill>
                <a:latin typeface="Overpass"/>
                <a:ea typeface="Overpass"/>
              </a:rPr>
              <a:t>Distribution comparisons surface potential skill gaps, mismatches, and structural risks before they become critical.</a:t>
            </a:r>
            <a:endParaRPr b="0" lang="en-IN" sz="1850" spc="-1" strike="noStrike">
              <a:solidFill>
                <a:srgbClr val="000000"/>
              </a:solidFill>
              <a:latin typeface="Arial"/>
            </a:endParaRPr>
          </a:p>
        </p:txBody>
      </p:sp>
      <p:sp>
        <p:nvSpPr>
          <p:cNvPr id="136" name="Text 13"/>
          <p:cNvSpPr/>
          <p:nvPr/>
        </p:nvSpPr>
        <p:spPr>
          <a:xfrm>
            <a:off x="1196640" y="6031080"/>
            <a:ext cx="12595680" cy="382680"/>
          </a:xfrm>
          <a:prstGeom prst="rect">
            <a:avLst/>
          </a:prstGeom>
          <a:noFill/>
          <a:ln w="0">
            <a:noFill/>
          </a:ln>
        </p:spPr>
        <p:style>
          <a:lnRef idx="0"/>
          <a:fillRef idx="0"/>
          <a:effectRef idx="0"/>
          <a:fontRef idx="minor"/>
        </p:style>
        <p:txBody>
          <a:bodyPr wrap="none" lIns="0" rIns="0" tIns="0" bIns="0" anchor="t">
            <a:noAutofit/>
          </a:bodyPr>
          <a:p>
            <a:pPr>
              <a:lnSpc>
                <a:spcPts val="2999"/>
              </a:lnSpc>
              <a:tabLst>
                <a:tab algn="l" pos="0"/>
              </a:tabLst>
            </a:pPr>
            <a:r>
              <a:rPr b="0" i="1" lang="en-US" sz="1850" spc="-1" strike="noStrike">
                <a:solidFill>
                  <a:srgbClr val="e5e0df"/>
                </a:solidFill>
                <a:latin typeface="Overpass"/>
                <a:ea typeface="Overpass"/>
              </a:rPr>
              <a:t>Inference enables visibility; aggregation enables policy relevance.</a:t>
            </a:r>
            <a:endParaRPr b="0" lang="en-IN" sz="1850" spc="-1" strike="noStrike">
              <a:solidFill>
                <a:srgbClr val="000000"/>
              </a:solidFill>
              <a:latin typeface="Arial"/>
            </a:endParaRPr>
          </a:p>
        </p:txBody>
      </p:sp>
      <p:sp>
        <p:nvSpPr>
          <p:cNvPr id="137" name="Shape 14"/>
          <p:cNvSpPr/>
          <p:nvPr/>
        </p:nvSpPr>
        <p:spPr>
          <a:xfrm>
            <a:off x="837720" y="5762160"/>
            <a:ext cx="30240" cy="921240"/>
          </a:xfrm>
          <a:prstGeom prst="rect">
            <a:avLst/>
          </a:prstGeom>
          <a:solidFill>
            <a:srgbClr val="f20374"/>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pic>
        <p:nvPicPr>
          <p:cNvPr id="138" name="" descr=""/>
          <p:cNvPicPr/>
          <p:nvPr/>
        </p:nvPicPr>
        <p:blipFill>
          <a:blip r:embed="rId1"/>
          <a:stretch/>
        </p:blipFill>
        <p:spPr>
          <a:xfrm>
            <a:off x="12780000" y="7740000"/>
            <a:ext cx="1800000" cy="43776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Text 0"/>
          <p:cNvSpPr/>
          <p:nvPr/>
        </p:nvSpPr>
        <p:spPr>
          <a:xfrm>
            <a:off x="727920" y="935280"/>
            <a:ext cx="4893480" cy="61128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Overpass Bold"/>
                <a:ea typeface="Overpass Bold"/>
              </a:rPr>
              <a:t>Technical Feasibility</a:t>
            </a:r>
            <a:endParaRPr b="0" lang="en-IN" sz="3850" spc="-1" strike="noStrike">
              <a:solidFill>
                <a:srgbClr val="000000"/>
              </a:solidFill>
              <a:latin typeface="Arial"/>
            </a:endParaRPr>
          </a:p>
        </p:txBody>
      </p:sp>
      <p:sp>
        <p:nvSpPr>
          <p:cNvPr id="140" name="Shape 1"/>
          <p:cNvSpPr/>
          <p:nvPr/>
        </p:nvSpPr>
        <p:spPr>
          <a:xfrm>
            <a:off x="727920" y="2021040"/>
            <a:ext cx="6333120" cy="1569240"/>
          </a:xfrm>
          <a:prstGeom prst="roundRect">
            <a:avLst>
              <a:gd name="adj" fmla="val 6991"/>
            </a:avLst>
          </a:prstGeom>
          <a:solidFill>
            <a:srgbClr val="252222">
              <a:alpha val="95000"/>
            </a:srgbClr>
          </a:solidFill>
          <a:ln w="22860">
            <a:solidFill>
              <a:srgbClr val="971b55"/>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41" name="Shape 2"/>
          <p:cNvSpPr/>
          <p:nvPr/>
        </p:nvSpPr>
        <p:spPr>
          <a:xfrm>
            <a:off x="705240" y="2021040"/>
            <a:ext cx="91080" cy="1569240"/>
          </a:xfrm>
          <a:prstGeom prst="roundRect">
            <a:avLst>
              <a:gd name="adj" fmla="val 95533"/>
            </a:avLst>
          </a:prstGeom>
          <a:solidFill>
            <a:srgbClr val="f20374"/>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42" name="Text 3"/>
          <p:cNvSpPr/>
          <p:nvPr/>
        </p:nvSpPr>
        <p:spPr>
          <a:xfrm>
            <a:off x="1027440" y="2251800"/>
            <a:ext cx="2446560" cy="30528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5e0df"/>
                </a:solidFill>
                <a:latin typeface="Overpass Bold"/>
                <a:ea typeface="Overpass Bold"/>
              </a:rPr>
              <a:t>Real Data Foundation</a:t>
            </a:r>
            <a:endParaRPr b="0" lang="en-IN" sz="1900" spc="-1" strike="noStrike">
              <a:solidFill>
                <a:srgbClr val="000000"/>
              </a:solidFill>
              <a:latin typeface="Arial"/>
            </a:endParaRPr>
          </a:p>
        </p:txBody>
      </p:sp>
      <p:sp>
        <p:nvSpPr>
          <p:cNvPr id="143" name="Text 4"/>
          <p:cNvSpPr/>
          <p:nvPr/>
        </p:nvSpPr>
        <p:spPr>
          <a:xfrm>
            <a:off x="1027440" y="2738160"/>
            <a:ext cx="5803200" cy="621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600" spc="-1" strike="noStrike">
                <a:solidFill>
                  <a:srgbClr val="e5e0df"/>
                </a:solidFill>
                <a:latin typeface="Overpass"/>
                <a:ea typeface="Overpass"/>
              </a:rPr>
              <a:t>Uses publicly available GitHub data as a primary signal source, demonstrating immediate viability.</a:t>
            </a:r>
            <a:endParaRPr b="0" lang="en-IN" sz="1600" spc="-1" strike="noStrike">
              <a:solidFill>
                <a:srgbClr val="000000"/>
              </a:solidFill>
              <a:latin typeface="Arial"/>
            </a:endParaRPr>
          </a:p>
        </p:txBody>
      </p:sp>
      <p:sp>
        <p:nvSpPr>
          <p:cNvPr id="144" name="Shape 5"/>
          <p:cNvSpPr/>
          <p:nvPr/>
        </p:nvSpPr>
        <p:spPr>
          <a:xfrm>
            <a:off x="727920" y="3771360"/>
            <a:ext cx="6333120" cy="1569240"/>
          </a:xfrm>
          <a:prstGeom prst="roundRect">
            <a:avLst>
              <a:gd name="adj" fmla="val 6991"/>
            </a:avLst>
          </a:prstGeom>
          <a:solidFill>
            <a:srgbClr val="252222">
              <a:alpha val="95000"/>
            </a:srgbClr>
          </a:solidFill>
          <a:ln w="22860">
            <a:solidFill>
              <a:srgbClr val="971b55"/>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45" name="Shape 6"/>
          <p:cNvSpPr/>
          <p:nvPr/>
        </p:nvSpPr>
        <p:spPr>
          <a:xfrm>
            <a:off x="705240" y="3771360"/>
            <a:ext cx="91080" cy="1569240"/>
          </a:xfrm>
          <a:prstGeom prst="roundRect">
            <a:avLst>
              <a:gd name="adj" fmla="val 95533"/>
            </a:avLst>
          </a:prstGeom>
          <a:solidFill>
            <a:srgbClr val="f20374"/>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46" name="Text 7"/>
          <p:cNvSpPr/>
          <p:nvPr/>
        </p:nvSpPr>
        <p:spPr>
          <a:xfrm>
            <a:off x="1027440" y="4002120"/>
            <a:ext cx="2446560" cy="30528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5e0df"/>
                </a:solidFill>
                <a:latin typeface="Overpass Bold"/>
                <a:ea typeface="Overpass Bold"/>
              </a:rPr>
              <a:t>Validated Prototype</a:t>
            </a:r>
            <a:endParaRPr b="0" lang="en-IN" sz="1900" spc="-1" strike="noStrike">
              <a:solidFill>
                <a:srgbClr val="000000"/>
              </a:solidFill>
              <a:latin typeface="Arial"/>
            </a:endParaRPr>
          </a:p>
        </p:txBody>
      </p:sp>
      <p:sp>
        <p:nvSpPr>
          <p:cNvPr id="147" name="Text 8"/>
          <p:cNvSpPr/>
          <p:nvPr/>
        </p:nvSpPr>
        <p:spPr>
          <a:xfrm>
            <a:off x="1027440" y="4488480"/>
            <a:ext cx="5803200" cy="621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600" spc="-1" strike="noStrike">
                <a:solidFill>
                  <a:srgbClr val="e5e0df"/>
                </a:solidFill>
                <a:latin typeface="Overpass"/>
                <a:ea typeface="Overpass"/>
              </a:rPr>
              <a:t>Prototype validated on limited-scale datasets with measurable accuracy in skill inference.</a:t>
            </a:r>
            <a:endParaRPr b="0" lang="en-IN" sz="1600" spc="-1" strike="noStrike">
              <a:solidFill>
                <a:srgbClr val="000000"/>
              </a:solidFill>
              <a:latin typeface="Arial"/>
            </a:endParaRPr>
          </a:p>
        </p:txBody>
      </p:sp>
      <p:sp>
        <p:nvSpPr>
          <p:cNvPr id="148" name="Shape 9"/>
          <p:cNvSpPr/>
          <p:nvPr/>
        </p:nvSpPr>
        <p:spPr>
          <a:xfrm>
            <a:off x="727920" y="5332320"/>
            <a:ext cx="6333120" cy="1569240"/>
          </a:xfrm>
          <a:prstGeom prst="roundRect">
            <a:avLst>
              <a:gd name="adj" fmla="val 6991"/>
            </a:avLst>
          </a:prstGeom>
          <a:solidFill>
            <a:srgbClr val="252222">
              <a:alpha val="95000"/>
            </a:srgbClr>
          </a:solidFill>
          <a:ln w="22860">
            <a:solidFill>
              <a:srgbClr val="971b55"/>
            </a:solidFill>
            <a:round/>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49" name="Shape 10"/>
          <p:cNvSpPr/>
          <p:nvPr/>
        </p:nvSpPr>
        <p:spPr>
          <a:xfrm>
            <a:off x="705240" y="5332320"/>
            <a:ext cx="91080" cy="1569240"/>
          </a:xfrm>
          <a:prstGeom prst="roundRect">
            <a:avLst>
              <a:gd name="adj" fmla="val 95533"/>
            </a:avLst>
          </a:prstGeom>
          <a:solidFill>
            <a:srgbClr val="f20374"/>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50" name="Text 11"/>
          <p:cNvSpPr/>
          <p:nvPr/>
        </p:nvSpPr>
        <p:spPr>
          <a:xfrm>
            <a:off x="1027440" y="5563080"/>
            <a:ext cx="2481120" cy="30528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5e0df"/>
                </a:solidFill>
                <a:latin typeface="Overpass Bold"/>
                <a:ea typeface="Overpass Bold"/>
              </a:rPr>
              <a:t>Scalable Architecture</a:t>
            </a:r>
            <a:endParaRPr b="0" lang="en-IN" sz="1900" spc="-1" strike="noStrike">
              <a:solidFill>
                <a:srgbClr val="000000"/>
              </a:solidFill>
              <a:latin typeface="Arial"/>
            </a:endParaRPr>
          </a:p>
        </p:txBody>
      </p:sp>
      <p:sp>
        <p:nvSpPr>
          <p:cNvPr id="151" name="Text 12"/>
          <p:cNvSpPr/>
          <p:nvPr/>
        </p:nvSpPr>
        <p:spPr>
          <a:xfrm>
            <a:off x="1027440" y="6049440"/>
            <a:ext cx="5803200" cy="62136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600" spc="-1" strike="noStrike">
                <a:solidFill>
                  <a:srgbClr val="e5e0df"/>
                </a:solidFill>
                <a:latin typeface="Overpass"/>
                <a:ea typeface="Overpass"/>
              </a:rPr>
              <a:t>System designed to scale seamlessly with additional real-world sources as they become available.</a:t>
            </a:r>
            <a:endParaRPr b="0" lang="en-IN" sz="1600" spc="-1" strike="noStrike">
              <a:solidFill>
                <a:srgbClr val="000000"/>
              </a:solidFill>
              <a:latin typeface="Arial"/>
            </a:endParaRPr>
          </a:p>
        </p:txBody>
      </p:sp>
      <p:sp>
        <p:nvSpPr>
          <p:cNvPr id="152" name="Text 13"/>
          <p:cNvSpPr/>
          <p:nvPr/>
        </p:nvSpPr>
        <p:spPr>
          <a:xfrm>
            <a:off x="7576560" y="1998360"/>
            <a:ext cx="3144240" cy="30528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Overpass Bold"/>
                <a:ea typeface="Overpass Bold"/>
              </a:rPr>
              <a:t>Deployment Considerations</a:t>
            </a:r>
            <a:endParaRPr b="0" lang="en-IN" sz="1900" spc="-1" strike="noStrike">
              <a:solidFill>
                <a:srgbClr val="000000"/>
              </a:solidFill>
              <a:latin typeface="Arial"/>
            </a:endParaRPr>
          </a:p>
        </p:txBody>
      </p:sp>
      <p:sp>
        <p:nvSpPr>
          <p:cNvPr id="153" name="Text 14"/>
          <p:cNvSpPr/>
          <p:nvPr/>
        </p:nvSpPr>
        <p:spPr>
          <a:xfrm>
            <a:off x="7576560" y="2484720"/>
            <a:ext cx="6333120" cy="93240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600" spc="-1" strike="noStrike">
                <a:solidFill>
                  <a:srgbClr val="e5e0df"/>
                </a:solidFill>
                <a:latin typeface="Overpass"/>
                <a:ea typeface="Overpass"/>
              </a:rPr>
              <a:t>Data access is a deployment challenge, not a technical limitation. The architecture supports integration with multiple signal sources including:</a:t>
            </a:r>
            <a:endParaRPr b="0" lang="en-IN" sz="1600" spc="-1" strike="noStrike">
              <a:solidFill>
                <a:srgbClr val="000000"/>
              </a:solidFill>
              <a:latin typeface="Arial"/>
            </a:endParaRPr>
          </a:p>
        </p:txBody>
      </p:sp>
      <p:sp>
        <p:nvSpPr>
          <p:cNvPr id="154" name="Text 15"/>
          <p:cNvSpPr/>
          <p:nvPr/>
        </p:nvSpPr>
        <p:spPr>
          <a:xfrm>
            <a:off x="7576560" y="3580200"/>
            <a:ext cx="6333120" cy="1243440"/>
          </a:xfrm>
          <a:prstGeom prst="rect">
            <a:avLst/>
          </a:prstGeom>
          <a:noFill/>
          <a:ln w="0">
            <a:noFill/>
          </a:ln>
        </p:spPr>
        <p:style>
          <a:lnRef idx="0"/>
          <a:fillRef idx="0"/>
          <a:effectRef idx="0"/>
          <a:fontRef idx="minor"/>
        </p:style>
        <p:txBody>
          <a:bodyPr lIns="0" rIns="0" tIns="0" bIns="0" anchor="t">
            <a:noAutofit/>
          </a:bodyPr>
          <a:p>
            <a:pPr marL="343080" indent="-343080">
              <a:lnSpc>
                <a:spcPts val="2401"/>
              </a:lnSpc>
              <a:buClr>
                <a:srgbClr val="e5e0df"/>
              </a:buClr>
              <a:buFont typeface="Symbol" charset="2"/>
              <a:buChar char=""/>
            </a:pPr>
            <a:r>
              <a:rPr b="0" lang="en-US" sz="1600" spc="-1" strike="noStrike">
                <a:solidFill>
                  <a:srgbClr val="e5e0df"/>
                </a:solidFill>
                <a:latin typeface="Overpass"/>
                <a:ea typeface="Overpass"/>
              </a:rPr>
              <a:t>Open-source contribution platforms</a:t>
            </a:r>
            <a:endParaRPr b="0" lang="en-IN" sz="1600" spc="-1" strike="noStrike">
              <a:solidFill>
                <a:srgbClr val="000000"/>
              </a:solidFill>
              <a:latin typeface="Arial"/>
            </a:endParaRPr>
          </a:p>
          <a:p>
            <a:pPr marL="343080" indent="-343080">
              <a:lnSpc>
                <a:spcPts val="2401"/>
              </a:lnSpc>
              <a:buClr>
                <a:srgbClr val="e5e0df"/>
              </a:buClr>
              <a:buFont typeface="Symbol" charset="2"/>
              <a:buChar char=""/>
            </a:pPr>
            <a:r>
              <a:rPr b="0" lang="en-US" sz="1600" spc="-1" strike="noStrike">
                <a:solidFill>
                  <a:srgbClr val="e5e0df"/>
                </a:solidFill>
                <a:latin typeface="Overpass"/>
                <a:ea typeface="Overpass"/>
              </a:rPr>
              <a:t>Freelance and gig economy activity</a:t>
            </a:r>
            <a:endParaRPr b="0" lang="en-IN" sz="1600" spc="-1" strike="noStrike">
              <a:solidFill>
                <a:srgbClr val="000000"/>
              </a:solidFill>
              <a:latin typeface="Arial"/>
            </a:endParaRPr>
          </a:p>
          <a:p>
            <a:pPr marL="343080" indent="-343080">
              <a:lnSpc>
                <a:spcPts val="2401"/>
              </a:lnSpc>
              <a:buClr>
                <a:srgbClr val="e5e0df"/>
              </a:buClr>
              <a:buFont typeface="Symbol" charset="2"/>
              <a:buChar char=""/>
            </a:pPr>
            <a:r>
              <a:rPr b="0" lang="en-US" sz="1600" spc="-1" strike="noStrike">
                <a:solidFill>
                  <a:srgbClr val="e5e0df"/>
                </a:solidFill>
                <a:latin typeface="Overpass"/>
                <a:ea typeface="Overpass"/>
              </a:rPr>
              <a:t>Online learning completion data</a:t>
            </a:r>
            <a:endParaRPr b="0" lang="en-IN" sz="1600" spc="-1" strike="noStrike">
              <a:solidFill>
                <a:srgbClr val="000000"/>
              </a:solidFill>
              <a:latin typeface="Arial"/>
            </a:endParaRPr>
          </a:p>
          <a:p>
            <a:pPr marL="343080" indent="-343080">
              <a:lnSpc>
                <a:spcPts val="2401"/>
              </a:lnSpc>
              <a:buClr>
                <a:srgbClr val="e5e0df"/>
              </a:buClr>
              <a:buFont typeface="Symbol" charset="2"/>
              <a:buChar char=""/>
            </a:pPr>
            <a:r>
              <a:rPr b="0" lang="en-US" sz="1600" spc="-1" strike="noStrike">
                <a:solidFill>
                  <a:srgbClr val="e5e0df"/>
                </a:solidFill>
                <a:latin typeface="Overpass"/>
                <a:ea typeface="Overpass"/>
              </a:rPr>
              <a:t>Professional community engagement</a:t>
            </a:r>
            <a:endParaRPr b="0" lang="en-IN" sz="1600" spc="-1" strike="noStrike">
              <a:solidFill>
                <a:srgbClr val="000000"/>
              </a:solidFill>
              <a:latin typeface="Arial"/>
            </a:endParaRPr>
          </a:p>
        </p:txBody>
      </p:sp>
      <p:pic>
        <p:nvPicPr>
          <p:cNvPr id="155" name="" descr=""/>
          <p:cNvPicPr/>
          <p:nvPr/>
        </p:nvPicPr>
        <p:blipFill>
          <a:blip r:embed="rId1"/>
          <a:stretch/>
        </p:blipFill>
        <p:spPr>
          <a:xfrm>
            <a:off x="12780000" y="7740000"/>
            <a:ext cx="1800000" cy="4377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Text 0"/>
          <p:cNvSpPr/>
          <p:nvPr/>
        </p:nvSpPr>
        <p:spPr>
          <a:xfrm>
            <a:off x="837720" y="449280"/>
            <a:ext cx="6869160" cy="703800"/>
          </a:xfrm>
          <a:prstGeom prst="rect">
            <a:avLst/>
          </a:prstGeom>
          <a:noFill/>
          <a:ln w="0">
            <a:noFill/>
          </a:ln>
        </p:spPr>
        <p:style>
          <a:lnRef idx="0"/>
          <a:fillRef idx="0"/>
          <a:effectRef idx="0"/>
          <a:fontRef idx="minor"/>
        </p:style>
        <p:txBody>
          <a:bodyPr wrap="none" lIns="0" rIns="0" tIns="0" bIns="0" anchor="t">
            <a:noAutofit/>
          </a:bodyPr>
          <a:p>
            <a:pPr>
              <a:lnSpc>
                <a:spcPts val="5499"/>
              </a:lnSpc>
              <a:tabLst>
                <a:tab algn="l" pos="0"/>
              </a:tabLst>
            </a:pPr>
            <a:r>
              <a:rPr b="1" lang="en-US" sz="4400" spc="-1" strike="noStrike">
                <a:solidFill>
                  <a:srgbClr val="ffffff"/>
                </a:solidFill>
                <a:latin typeface="Overpass Bold"/>
                <a:ea typeface="Overpass Bold"/>
              </a:rPr>
              <a:t>Interactive Demonstration</a:t>
            </a:r>
            <a:endParaRPr b="0" lang="en-IN" sz="4400" spc="-1" strike="noStrike">
              <a:solidFill>
                <a:srgbClr val="000000"/>
              </a:solidFill>
              <a:latin typeface="Arial"/>
            </a:endParaRPr>
          </a:p>
        </p:txBody>
      </p:sp>
      <p:pic>
        <p:nvPicPr>
          <p:cNvPr id="157" name="" descr=""/>
          <p:cNvPicPr/>
          <p:nvPr/>
        </p:nvPicPr>
        <p:blipFill>
          <a:blip r:embed="rId1"/>
          <a:stretch/>
        </p:blipFill>
        <p:spPr>
          <a:xfrm>
            <a:off x="12780000" y="7740000"/>
            <a:ext cx="1800000" cy="437760"/>
          </a:xfrm>
          <a:prstGeom prst="rect">
            <a:avLst/>
          </a:prstGeom>
          <a:ln w="0">
            <a:noFill/>
          </a:ln>
        </p:spPr>
      </p:pic>
      <p:pic>
        <p:nvPicPr>
          <p:cNvPr id="158" name="" descr=""/>
          <p:cNvPicPr/>
          <p:nvPr/>
        </p:nvPicPr>
        <p:blipFill>
          <a:blip r:embed="rId2"/>
          <a:stretch/>
        </p:blipFill>
        <p:spPr>
          <a:xfrm>
            <a:off x="180000" y="1260000"/>
            <a:ext cx="6435360" cy="3251160"/>
          </a:xfrm>
          <a:prstGeom prst="rect">
            <a:avLst/>
          </a:prstGeom>
          <a:ln w="0">
            <a:noFill/>
          </a:ln>
        </p:spPr>
      </p:pic>
      <p:pic>
        <p:nvPicPr>
          <p:cNvPr id="159" name="" descr=""/>
          <p:cNvPicPr/>
          <p:nvPr/>
        </p:nvPicPr>
        <p:blipFill>
          <a:blip r:embed="rId3"/>
          <a:stretch/>
        </p:blipFill>
        <p:spPr>
          <a:xfrm>
            <a:off x="7425000" y="1260000"/>
            <a:ext cx="6435000" cy="3251160"/>
          </a:xfrm>
          <a:prstGeom prst="rect">
            <a:avLst/>
          </a:prstGeom>
          <a:ln w="0">
            <a:noFill/>
          </a:ln>
        </p:spPr>
      </p:pic>
      <p:pic>
        <p:nvPicPr>
          <p:cNvPr id="160" name="" descr=""/>
          <p:cNvPicPr/>
          <p:nvPr/>
        </p:nvPicPr>
        <p:blipFill>
          <a:blip r:embed="rId4"/>
          <a:stretch/>
        </p:blipFill>
        <p:spPr>
          <a:xfrm>
            <a:off x="223920" y="4848840"/>
            <a:ext cx="6436080" cy="3251160"/>
          </a:xfrm>
          <a:prstGeom prst="rect">
            <a:avLst/>
          </a:prstGeom>
          <a:ln w="0">
            <a:noFill/>
          </a:ln>
        </p:spPr>
      </p:pic>
      <p:pic>
        <p:nvPicPr>
          <p:cNvPr id="161" name="" descr=""/>
          <p:cNvPicPr/>
          <p:nvPr/>
        </p:nvPicPr>
        <p:blipFill>
          <a:blip r:embed="rId5"/>
          <a:stretch/>
        </p:blipFill>
        <p:spPr>
          <a:xfrm>
            <a:off x="7446600" y="4860000"/>
            <a:ext cx="6413400" cy="324000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Text 0"/>
          <p:cNvSpPr/>
          <p:nvPr/>
        </p:nvSpPr>
        <p:spPr>
          <a:xfrm>
            <a:off x="837720" y="1344960"/>
            <a:ext cx="5632200" cy="703800"/>
          </a:xfrm>
          <a:prstGeom prst="rect">
            <a:avLst/>
          </a:prstGeom>
          <a:noFill/>
          <a:ln w="0">
            <a:noFill/>
          </a:ln>
        </p:spPr>
        <p:style>
          <a:lnRef idx="0"/>
          <a:fillRef idx="0"/>
          <a:effectRef idx="0"/>
          <a:fontRef idx="minor"/>
        </p:style>
        <p:txBody>
          <a:bodyPr wrap="none" lIns="0" rIns="0" tIns="0" bIns="0" anchor="t">
            <a:noAutofit/>
          </a:bodyPr>
          <a:p>
            <a:pPr>
              <a:lnSpc>
                <a:spcPts val="5499"/>
              </a:lnSpc>
              <a:tabLst>
                <a:tab algn="l" pos="0"/>
              </a:tabLst>
            </a:pPr>
            <a:r>
              <a:rPr b="1" lang="en-US" sz="4400" spc="-1" strike="noStrike">
                <a:solidFill>
                  <a:srgbClr val="ffffff"/>
                </a:solidFill>
                <a:latin typeface="Overpass Bold"/>
                <a:ea typeface="Overpass Bold"/>
              </a:rPr>
              <a:t>The Path Forward</a:t>
            </a:r>
            <a:endParaRPr b="0" lang="en-IN" sz="4400" spc="-1" strike="noStrike">
              <a:solidFill>
                <a:srgbClr val="000000"/>
              </a:solidFill>
              <a:latin typeface="Arial"/>
            </a:endParaRPr>
          </a:p>
        </p:txBody>
      </p:sp>
      <p:sp>
        <p:nvSpPr>
          <p:cNvPr id="163" name="Text 1"/>
          <p:cNvSpPr/>
          <p:nvPr/>
        </p:nvSpPr>
        <p:spPr>
          <a:xfrm>
            <a:off x="837720" y="2623320"/>
            <a:ext cx="8215920" cy="191484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0" lang="en-US" sz="1850" spc="-1" strike="noStrike">
                <a:solidFill>
                  <a:srgbClr val="e5e0df"/>
                </a:solidFill>
                <a:latin typeface="Overpass"/>
                <a:ea typeface="Overpass"/>
              </a:rPr>
              <a:t>SkillGenome X demonstrates how fragmented, noisy real-world data can be transformed into a coherent </a:t>
            </a:r>
            <a:r>
              <a:rPr b="1" lang="en-US" sz="1850" spc="-1" strike="noStrike">
                <a:solidFill>
                  <a:srgbClr val="e5e0df"/>
                </a:solidFill>
                <a:latin typeface="Overpass"/>
                <a:ea typeface="Overpass"/>
              </a:rPr>
              <a:t>Skill Genome</a:t>
            </a:r>
            <a:r>
              <a:rPr b="0" lang="en-US" sz="1850" spc="-1" strike="noStrike">
                <a:solidFill>
                  <a:srgbClr val="e5e0df"/>
                </a:solidFill>
                <a:latin typeface="Overpass"/>
                <a:ea typeface="Overpass"/>
              </a:rPr>
              <a:t> using machine learning. By shifting from credential-based measurement to inference-based understanding, the system enables earlier detection of strengths, gaps, and risks in a nation's skill landscape.</a:t>
            </a:r>
            <a:endParaRPr b="0" lang="en-IN" sz="1850" spc="-1" strike="noStrike">
              <a:solidFill>
                <a:srgbClr val="000000"/>
              </a:solidFill>
              <a:latin typeface="Arial"/>
            </a:endParaRPr>
          </a:p>
        </p:txBody>
      </p:sp>
      <p:sp>
        <p:nvSpPr>
          <p:cNvPr id="164" name="Text 2"/>
          <p:cNvSpPr/>
          <p:nvPr/>
        </p:nvSpPr>
        <p:spPr>
          <a:xfrm>
            <a:off x="837720" y="4753800"/>
            <a:ext cx="8215920" cy="191484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0" lang="en-US" sz="1850" spc="-1" strike="noStrike">
                <a:solidFill>
                  <a:srgbClr val="e5e0df"/>
                </a:solidFill>
                <a:latin typeface="Overpass"/>
                <a:ea typeface="Overpass"/>
              </a:rPr>
              <a:t>This approach provides policymakers, educators, and workforce strategists with unprecedented visibility into actual capabilities, not just documented qualifications. It reveals hidden talent, tracks emerging competencies, and identifies structural vulnerabilities before they manifest as national challenges.</a:t>
            </a:r>
            <a:endParaRPr b="0" lang="en-IN" sz="1850" spc="-1" strike="noStrike">
              <a:solidFill>
                <a:srgbClr val="000000"/>
              </a:solidFill>
              <a:latin typeface="Arial"/>
            </a:endParaRPr>
          </a:p>
        </p:txBody>
      </p:sp>
      <p:sp>
        <p:nvSpPr>
          <p:cNvPr id="165" name="Shape 3"/>
          <p:cNvSpPr/>
          <p:nvPr/>
        </p:nvSpPr>
        <p:spPr>
          <a:xfrm>
            <a:off x="9473040" y="2408040"/>
            <a:ext cx="4498920" cy="4475880"/>
          </a:xfrm>
          <a:prstGeom prst="roundRect">
            <a:avLst>
              <a:gd name="adj" fmla="val 3850"/>
            </a:avLst>
          </a:prstGeom>
          <a:solidFill>
            <a:srgbClr val="f20374">
              <a:alpha val="95000"/>
            </a:srgbClr>
          </a:solidFill>
          <a:ln w="0">
            <a:noFill/>
          </a:ln>
        </p:spPr>
        <p:style>
          <a:lnRef idx="0"/>
          <a:fillRef idx="0"/>
          <a:effectRef idx="0"/>
          <a:fontRef idx="minor"/>
        </p:style>
        <p:txBody>
          <a:bodyPr lIns="90000" rIns="90000" tIns="45000" bIns="45000" anchor="t">
            <a:noAutofit/>
          </a:bodyPr>
          <a:p>
            <a:endParaRPr b="0" lang="en-IN" sz="1800" spc="-1" strike="noStrike">
              <a:solidFill>
                <a:srgbClr val="ffffff"/>
              </a:solidFill>
              <a:latin typeface="Arial"/>
            </a:endParaRPr>
          </a:p>
        </p:txBody>
      </p:sp>
      <p:sp>
        <p:nvSpPr>
          <p:cNvPr id="166" name="Text 4"/>
          <p:cNvSpPr/>
          <p:nvPr/>
        </p:nvSpPr>
        <p:spPr>
          <a:xfrm>
            <a:off x="9712440" y="2647440"/>
            <a:ext cx="2815920" cy="351720"/>
          </a:xfrm>
          <a:prstGeom prst="rect">
            <a:avLst/>
          </a:prstGeom>
          <a:noFill/>
          <a:ln w="0">
            <a:noFill/>
          </a:ln>
        </p:spPr>
        <p:style>
          <a:lnRef idx="0"/>
          <a:fillRef idx="0"/>
          <a:effectRef idx="0"/>
          <a:fontRef idx="minor"/>
        </p:style>
        <p:txBody>
          <a:bodyPr wrap="none" lIns="0" rIns="0" tIns="0" bIns="0" anchor="t">
            <a:noAutofit/>
          </a:bodyPr>
          <a:p>
            <a:pPr>
              <a:lnSpc>
                <a:spcPts val="2750"/>
              </a:lnSpc>
              <a:tabLst>
                <a:tab algn="l" pos="0"/>
              </a:tabLst>
            </a:pPr>
            <a:r>
              <a:rPr b="1" lang="en-US" sz="2200" spc="-1" strike="noStrike">
                <a:solidFill>
                  <a:srgbClr val="000000"/>
                </a:solidFill>
                <a:latin typeface="Overpass Bold"/>
                <a:ea typeface="Overpass Bold"/>
              </a:rPr>
              <a:t>Core Insight</a:t>
            </a:r>
            <a:endParaRPr b="0" lang="en-IN" sz="2200" spc="-1" strike="noStrike">
              <a:solidFill>
                <a:srgbClr val="000000"/>
              </a:solidFill>
              <a:latin typeface="Arial"/>
            </a:endParaRPr>
          </a:p>
        </p:txBody>
      </p:sp>
      <p:sp>
        <p:nvSpPr>
          <p:cNvPr id="167" name="Text 5"/>
          <p:cNvSpPr/>
          <p:nvPr/>
        </p:nvSpPr>
        <p:spPr>
          <a:xfrm>
            <a:off x="9712440" y="3238560"/>
            <a:ext cx="4020120" cy="76572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1" lang="en-US" sz="1850" spc="-1" strike="noStrike">
                <a:solidFill>
                  <a:srgbClr val="000000"/>
                </a:solidFill>
                <a:latin typeface="Overpass"/>
                <a:ea typeface="Overpass"/>
              </a:rPr>
              <a:t>If skills are latent, inference is the only path forward.</a:t>
            </a:r>
            <a:endParaRPr b="0" lang="en-IN" sz="1850" spc="-1" strike="noStrike">
              <a:solidFill>
                <a:srgbClr val="000000"/>
              </a:solidFill>
              <a:latin typeface="Arial"/>
            </a:endParaRPr>
          </a:p>
        </p:txBody>
      </p:sp>
      <p:sp>
        <p:nvSpPr>
          <p:cNvPr id="168" name="Text 6"/>
          <p:cNvSpPr/>
          <p:nvPr/>
        </p:nvSpPr>
        <p:spPr>
          <a:xfrm>
            <a:off x="9712440" y="4219920"/>
            <a:ext cx="4020120" cy="1148760"/>
          </a:xfrm>
          <a:prstGeom prst="rect">
            <a:avLst/>
          </a:prstGeom>
          <a:noFill/>
          <a:ln w="0">
            <a:noFill/>
          </a:ln>
        </p:spPr>
        <p:style>
          <a:lnRef idx="0"/>
          <a:fillRef idx="0"/>
          <a:effectRef idx="0"/>
          <a:fontRef idx="minor"/>
        </p:style>
        <p:txBody>
          <a:bodyPr lIns="0" rIns="0" tIns="0" bIns="0" anchor="t">
            <a:noAutofit/>
          </a:bodyPr>
          <a:p>
            <a:pPr>
              <a:lnSpc>
                <a:spcPts val="2999"/>
              </a:lnSpc>
              <a:tabLst>
                <a:tab algn="l" pos="0"/>
              </a:tabLst>
            </a:pPr>
            <a:r>
              <a:rPr b="0" lang="en-US" sz="1850" spc="-1" strike="noStrike">
                <a:solidFill>
                  <a:srgbClr val="000000"/>
                </a:solidFill>
                <a:latin typeface="Overpass"/>
                <a:ea typeface="Overpass"/>
              </a:rPr>
              <a:t>Traditional measurement will always lag behind reality. Only inference can keep pace with change.</a:t>
            </a:r>
            <a:endParaRPr b="0" lang="en-IN" sz="1850" spc="-1" strike="noStrike">
              <a:solidFill>
                <a:srgbClr val="000000"/>
              </a:solidFill>
              <a:latin typeface="Arial"/>
            </a:endParaRPr>
          </a:p>
        </p:txBody>
      </p:sp>
      <p:pic>
        <p:nvPicPr>
          <p:cNvPr id="169" name="" descr=""/>
          <p:cNvPicPr/>
          <p:nvPr/>
        </p:nvPicPr>
        <p:blipFill>
          <a:blip r:embed="rId1"/>
          <a:stretch/>
        </p:blipFill>
        <p:spPr>
          <a:xfrm>
            <a:off x="12780000" y="7740000"/>
            <a:ext cx="1800000" cy="4377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114</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2026-02-01T04:59:21Z</dcterms:created>
  <dc:creator/>
  <dc:description/>
  <dc:language>en-IN</dc:language>
  <cp:lastModifiedBy/>
  <dcterms:modified xsi:type="dcterms:W3CDTF">2026-02-01T12:25:27Z</dcterms:modified>
  <cp:revision>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